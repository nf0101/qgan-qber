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notesSlides/notesSlide11.xml" ContentType="application/vnd.openxmlformats-officedocument.presentationml.notesSlide+xml"/>
  <Override PartName="/ppt/handoutMasters/handoutMaster1.xml" ContentType="application/vnd.openxmlformats-officedocument.presentationml.handoutMaster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/>
  <p:notesSz cx="9144000" cy="5143500"/>
  <p:defaultTextStyle>
    <a:defPPr>
      <a:defRPr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8" d="100"/>
          <a:sy n="78" d="100"/>
        </p:scale>
        <p:origin x="-1536" y="-84"/>
      </p:cViewPr>
      <p:guideLst>
        <p:guide pos="2880" orient="horz"/>
        <p:guide pos="2160"/>
      </p:guideLst>
    </p:cSldViewPr>
  </p:slideViewPr>
  <p:gridSpacing cx="78028800" cy="780288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53912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234020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518160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E2D9D49E-49E5-0805-3830-26BA00F609DB}" type="datetimeFigureOut">
              <a:rPr lang="en-US"/>
              <a:t/>
            </a:fld>
            <a:endParaRPr/>
          </a:p>
        </p:txBody>
      </p:sp>
      <p:sp>
        <p:nvSpPr>
          <p:cNvPr id="1218173460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64719066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518160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7627D016-9787-BBF2-C3FA-4506D96C5998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34378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33248645" name="Date Placeholder 2"/>
          <p:cNvSpPr>
            <a:spLocks noGrp="1"/>
          </p:cNvSpPr>
          <p:nvPr>
            <p:ph type="dt" idx="3"/>
          </p:nvPr>
        </p:nvSpPr>
        <p:spPr bwMode="auto">
          <a:xfrm>
            <a:off x="518160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D4C10AC5-BFD6-88C3-3744-14B84793CA35}" type="datetimeFigureOut">
              <a:rPr lang="en-US"/>
              <a:t/>
            </a:fld>
            <a:endParaRPr/>
          </a:p>
        </p:txBody>
      </p:sp>
      <p:sp>
        <p:nvSpPr>
          <p:cNvPr id="86399529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399" y="2668190"/>
            <a:ext cx="7315200" cy="2025253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12335786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5114884" name="Slide Image Placeholder 3"/>
          <p:cNvSpPr>
            <a:spLocks noGrp="1"/>
          </p:cNvSpPr>
          <p:nvPr>
            <p:ph type="sldImg" sz="quarter" idx="2"/>
          </p:nvPr>
        </p:nvSpPr>
        <p:spPr bwMode="auto">
          <a:xfrm>
            <a:off x="3028950" y="642936"/>
            <a:ext cx="3086100" cy="1735931"/>
          </a:xfrm>
          <a:prstGeom prst="rect">
            <a:avLst/>
          </a:prstGeom>
          <a:ln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>
              <a:defRPr/>
            </a:pPr>
            <a:endParaRPr/>
          </a:p>
        </p:txBody>
      </p:sp>
      <p:sp>
        <p:nvSpPr>
          <p:cNvPr id="182445375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518160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2AC9CDB0-CADE-B3AB-7509-C66E7F076E3F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399415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090934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2498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FF66A9EC-6972-56E2-DF5C-480E05DBEC0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2327252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0217808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62782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FBE85347-7368-4993-8CB9-953191B531B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835737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168786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415730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60495FCD-33B5-41CF-E57A-D4AF148979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395961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07792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5443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28F59C05-0AF3-0074-DEC0-E3C9713428C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06726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048171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52934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32238FC4-FC2D-AA13-6607-2924675DFA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000032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9155750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48198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C97235FC-0556-0D57-EFFA-837282E158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035859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353010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529180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05136191-B137-6911-AA8F-27C20ECB349B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840479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829452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325453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16D32C3B-F6B0-F641-DB72-681755DEAC0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292543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035019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400297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43B62EB4-E0C3-B9CC-FCE2-B5E913833E7A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532604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6138800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650854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6DAB8986-89E9-8073-0AA6-403A40968E54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122731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046518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493580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52CC089F-1023-F06D-CB83-8F973B8BB9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345870" name="Holder 2"/>
          <p:cNvSpPr>
            <a:spLocks noGrp="1"/>
          </p:cNvSpPr>
          <p:nvPr>
            <p:ph type="ctrTitle"/>
          </p:nvPr>
        </p:nvSpPr>
        <p:spPr bwMode="auto"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12608626" name="Holder 3"/>
          <p:cNvSpPr>
            <a:spLocks noGrp="1"/>
          </p:cNvSpPr>
          <p:nvPr>
            <p:ph type="subTitle" idx="4"/>
          </p:nvPr>
        </p:nvSpPr>
        <p:spPr bwMode="auto"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58897318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131173134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01382996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Title and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227898" name="bg object 16"/>
          <p:cNvSpPr/>
          <p:nvPr/>
        </p:nvSpPr>
        <p:spPr bwMode="auto">
          <a:xfrm>
            <a:off x="8108950" y="501269"/>
            <a:ext cx="737870" cy="737870"/>
          </a:xfrm>
          <a:custGeom>
            <a:avLst/>
            <a:gdLst/>
            <a:ahLst/>
            <a:cxnLst/>
            <a:rect l="l" t="t" r="r" b="b"/>
            <a:pathLst>
              <a:path w="737870" h="737869" fill="norm" stroke="1" extrusionOk="0">
                <a:moveTo>
                  <a:pt x="737743" y="737742"/>
                </a:moveTo>
                <a:lnTo>
                  <a:pt x="0" y="0"/>
                </a:lnTo>
              </a:path>
            </a:pathLst>
          </a:custGeom>
          <a:ln w="9524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704532922" name="bg object 17"/>
          <p:cNvSpPr/>
          <p:nvPr/>
        </p:nvSpPr>
        <p:spPr bwMode="auto">
          <a:xfrm>
            <a:off x="0" y="274193"/>
            <a:ext cx="1795780" cy="654685"/>
          </a:xfrm>
          <a:custGeom>
            <a:avLst/>
            <a:gdLst/>
            <a:ahLst/>
            <a:cxnLst/>
            <a:rect l="l" t="t" r="r" b="b"/>
            <a:pathLst>
              <a:path w="1795780" h="654685" fill="norm" stroke="1" extrusionOk="0">
                <a:moveTo>
                  <a:pt x="582472" y="8001"/>
                </a:moveTo>
                <a:lnTo>
                  <a:pt x="1795399" y="430657"/>
                </a:lnTo>
              </a:path>
              <a:path w="1795780" h="654685" fill="norm" stroke="1" extrusionOk="0">
                <a:moveTo>
                  <a:pt x="0" y="654304"/>
                </a:moveTo>
                <a:lnTo>
                  <a:pt x="582599" y="0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04184277" name="bg object 18"/>
          <p:cNvSpPr/>
          <p:nvPr/>
        </p:nvSpPr>
        <p:spPr bwMode="auto">
          <a:xfrm>
            <a:off x="428231" y="130428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516" y="0"/>
                </a:moveTo>
                <a:lnTo>
                  <a:pt x="96625" y="7174"/>
                </a:lnTo>
                <a:lnTo>
                  <a:pt x="57758" y="27163"/>
                </a:lnTo>
                <a:lnTo>
                  <a:pt x="27184" y="57662"/>
                </a:lnTo>
                <a:lnTo>
                  <a:pt x="7174" y="96365"/>
                </a:lnTo>
                <a:lnTo>
                  <a:pt x="0" y="140970"/>
                </a:lnTo>
                <a:lnTo>
                  <a:pt x="7174" y="185822"/>
                </a:lnTo>
                <a:lnTo>
                  <a:pt x="27184" y="224676"/>
                </a:lnTo>
                <a:lnTo>
                  <a:pt x="57758" y="255251"/>
                </a:lnTo>
                <a:lnTo>
                  <a:pt x="96625" y="275268"/>
                </a:lnTo>
                <a:lnTo>
                  <a:pt x="141516" y="282448"/>
                </a:lnTo>
                <a:lnTo>
                  <a:pt x="186144" y="275268"/>
                </a:lnTo>
                <a:lnTo>
                  <a:pt x="224859" y="255251"/>
                </a:lnTo>
                <a:lnTo>
                  <a:pt x="255361" y="224676"/>
                </a:lnTo>
                <a:lnTo>
                  <a:pt x="275350" y="185822"/>
                </a:lnTo>
                <a:lnTo>
                  <a:pt x="282524" y="140970"/>
                </a:lnTo>
                <a:lnTo>
                  <a:pt x="275350" y="96365"/>
                </a:lnTo>
                <a:lnTo>
                  <a:pt x="255361" y="57662"/>
                </a:lnTo>
                <a:lnTo>
                  <a:pt x="224859" y="27163"/>
                </a:lnTo>
                <a:lnTo>
                  <a:pt x="186144" y="7174"/>
                </a:lnTo>
                <a:lnTo>
                  <a:pt x="1415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702124130" name="bg object 19"/>
          <p:cNvSpPr/>
          <p:nvPr/>
        </p:nvSpPr>
        <p:spPr bwMode="auto">
          <a:xfrm>
            <a:off x="423748" y="125348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5999" y="0"/>
                </a:moveTo>
                <a:lnTo>
                  <a:pt x="99789" y="7483"/>
                </a:lnTo>
                <a:lnTo>
                  <a:pt x="59703" y="28293"/>
                </a:lnTo>
                <a:lnTo>
                  <a:pt x="28122" y="59966"/>
                </a:lnTo>
                <a:lnTo>
                  <a:pt x="7427" y="100039"/>
                </a:lnTo>
                <a:lnTo>
                  <a:pt x="0" y="146050"/>
                </a:lnTo>
                <a:lnTo>
                  <a:pt x="7427" y="192308"/>
                </a:lnTo>
                <a:lnTo>
                  <a:pt x="28122" y="232531"/>
                </a:lnTo>
                <a:lnTo>
                  <a:pt x="59703" y="264281"/>
                </a:lnTo>
                <a:lnTo>
                  <a:pt x="99789" y="285120"/>
                </a:lnTo>
                <a:lnTo>
                  <a:pt x="145999" y="292608"/>
                </a:lnTo>
                <a:lnTo>
                  <a:pt x="191999" y="285120"/>
                </a:lnTo>
                <a:lnTo>
                  <a:pt x="195915" y="283083"/>
                </a:lnTo>
                <a:lnTo>
                  <a:pt x="145999" y="283083"/>
                </a:lnTo>
                <a:lnTo>
                  <a:pt x="118400" y="280259"/>
                </a:lnTo>
                <a:lnTo>
                  <a:pt x="69452" y="259562"/>
                </a:lnTo>
                <a:lnTo>
                  <a:pt x="32432" y="222791"/>
                </a:lnTo>
                <a:lnTo>
                  <a:pt x="11748" y="173710"/>
                </a:lnTo>
                <a:lnTo>
                  <a:pt x="8928" y="146050"/>
                </a:lnTo>
                <a:lnTo>
                  <a:pt x="11748" y="118683"/>
                </a:lnTo>
                <a:lnTo>
                  <a:pt x="32432" y="69808"/>
                </a:lnTo>
                <a:lnTo>
                  <a:pt x="69452" y="32777"/>
                </a:lnTo>
                <a:lnTo>
                  <a:pt x="118400" y="12259"/>
                </a:lnTo>
                <a:lnTo>
                  <a:pt x="145999" y="9525"/>
                </a:lnTo>
                <a:lnTo>
                  <a:pt x="195928" y="9525"/>
                </a:lnTo>
                <a:lnTo>
                  <a:pt x="191999" y="7483"/>
                </a:lnTo>
                <a:lnTo>
                  <a:pt x="145999" y="0"/>
                </a:lnTo>
                <a:close/>
              </a:path>
              <a:path w="292100" h="292734" fill="norm" stroke="1" extrusionOk="0">
                <a:moveTo>
                  <a:pt x="195928" y="9525"/>
                </a:moveTo>
                <a:lnTo>
                  <a:pt x="145999" y="9525"/>
                </a:lnTo>
                <a:lnTo>
                  <a:pt x="173375" y="12259"/>
                </a:lnTo>
                <a:lnTo>
                  <a:pt x="199024" y="20161"/>
                </a:lnTo>
                <a:lnTo>
                  <a:pt x="242430" y="49656"/>
                </a:lnTo>
                <a:lnTo>
                  <a:pt x="271878" y="93043"/>
                </a:lnTo>
                <a:lnTo>
                  <a:pt x="282524" y="146050"/>
                </a:lnTo>
                <a:lnTo>
                  <a:pt x="279784" y="173710"/>
                </a:lnTo>
                <a:lnTo>
                  <a:pt x="259271" y="222791"/>
                </a:lnTo>
                <a:lnTo>
                  <a:pt x="222269" y="259562"/>
                </a:lnTo>
                <a:lnTo>
                  <a:pt x="173375" y="280259"/>
                </a:lnTo>
                <a:lnTo>
                  <a:pt x="145999" y="283083"/>
                </a:lnTo>
                <a:lnTo>
                  <a:pt x="195915" y="283083"/>
                </a:lnTo>
                <a:lnTo>
                  <a:pt x="232059" y="264281"/>
                </a:lnTo>
                <a:lnTo>
                  <a:pt x="263719" y="232531"/>
                </a:lnTo>
                <a:lnTo>
                  <a:pt x="284518" y="192308"/>
                </a:lnTo>
                <a:lnTo>
                  <a:pt x="291998" y="146050"/>
                </a:lnTo>
                <a:lnTo>
                  <a:pt x="284518" y="100039"/>
                </a:lnTo>
                <a:lnTo>
                  <a:pt x="263719" y="59966"/>
                </a:lnTo>
                <a:lnTo>
                  <a:pt x="232059" y="28293"/>
                </a:lnTo>
                <a:lnTo>
                  <a:pt x="195928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361833289" name="bg object 20"/>
          <p:cNvPicPr/>
          <p:nvPr/>
        </p:nvPicPr>
        <p:blipFill rotWithShape="1">
          <a:blip r:embed="rId2"/>
          <a:stretch/>
        </p:blipFill>
        <p:spPr bwMode="auto">
          <a:xfrm>
            <a:off x="485622" y="187832"/>
            <a:ext cx="167728" cy="167639"/>
          </a:xfrm>
          <a:prstGeom prst="rect">
            <a:avLst/>
          </a:prstGeom>
        </p:spPr>
      </p:pic>
      <p:sp>
        <p:nvSpPr>
          <p:cNvPr id="999542688" name="bg object 21"/>
          <p:cNvSpPr/>
          <p:nvPr/>
        </p:nvSpPr>
        <p:spPr bwMode="auto">
          <a:xfrm>
            <a:off x="1640967" y="560704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1" y="0"/>
                </a:moveTo>
                <a:lnTo>
                  <a:pt x="98690" y="7345"/>
                </a:lnTo>
                <a:lnTo>
                  <a:pt x="59088" y="27797"/>
                </a:lnTo>
                <a:lnTo>
                  <a:pt x="27850" y="58978"/>
                </a:lnTo>
                <a:lnTo>
                  <a:pt x="7359" y="98511"/>
                </a:lnTo>
                <a:lnTo>
                  <a:pt x="0" y="144018"/>
                </a:lnTo>
                <a:lnTo>
                  <a:pt x="7359" y="189648"/>
                </a:lnTo>
                <a:lnTo>
                  <a:pt x="27850" y="229256"/>
                </a:lnTo>
                <a:lnTo>
                  <a:pt x="59088" y="260475"/>
                </a:lnTo>
                <a:lnTo>
                  <a:pt x="98690" y="280942"/>
                </a:lnTo>
                <a:lnTo>
                  <a:pt x="144271" y="288290"/>
                </a:lnTo>
                <a:lnTo>
                  <a:pt x="189915" y="280942"/>
                </a:lnTo>
                <a:lnTo>
                  <a:pt x="229555" y="260475"/>
                </a:lnTo>
                <a:lnTo>
                  <a:pt x="260812" y="229256"/>
                </a:lnTo>
                <a:lnTo>
                  <a:pt x="281310" y="189648"/>
                </a:lnTo>
                <a:lnTo>
                  <a:pt x="288670" y="144018"/>
                </a:lnTo>
                <a:lnTo>
                  <a:pt x="281310" y="98511"/>
                </a:lnTo>
                <a:lnTo>
                  <a:pt x="260812" y="58978"/>
                </a:lnTo>
                <a:lnTo>
                  <a:pt x="229555" y="27797"/>
                </a:lnTo>
                <a:lnTo>
                  <a:pt x="189915" y="7345"/>
                </a:lnTo>
                <a:lnTo>
                  <a:pt x="14427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77911734" name="bg object 22"/>
          <p:cNvSpPr/>
          <p:nvPr/>
        </p:nvSpPr>
        <p:spPr bwMode="auto">
          <a:xfrm>
            <a:off x="1638680" y="558165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69" h="293369" fill="norm" stroke="1" extrusionOk="0">
                <a:moveTo>
                  <a:pt x="146557" y="0"/>
                </a:moveTo>
                <a:lnTo>
                  <a:pt x="100299" y="7475"/>
                </a:lnTo>
                <a:lnTo>
                  <a:pt x="60076" y="28289"/>
                </a:lnTo>
                <a:lnTo>
                  <a:pt x="28326" y="60021"/>
                </a:lnTo>
                <a:lnTo>
                  <a:pt x="7487" y="100250"/>
                </a:lnTo>
                <a:lnTo>
                  <a:pt x="0" y="146558"/>
                </a:lnTo>
                <a:lnTo>
                  <a:pt x="7487" y="192989"/>
                </a:lnTo>
                <a:lnTo>
                  <a:pt x="28326" y="233293"/>
                </a:lnTo>
                <a:lnTo>
                  <a:pt x="60076" y="265064"/>
                </a:lnTo>
                <a:lnTo>
                  <a:pt x="100299" y="285892"/>
                </a:lnTo>
                <a:lnTo>
                  <a:pt x="146557" y="293370"/>
                </a:lnTo>
                <a:lnTo>
                  <a:pt x="175657" y="288671"/>
                </a:lnTo>
                <a:lnTo>
                  <a:pt x="146557" y="288671"/>
                </a:lnTo>
                <a:lnTo>
                  <a:pt x="117935" y="285751"/>
                </a:lnTo>
                <a:lnTo>
                  <a:pt x="67262" y="264292"/>
                </a:lnTo>
                <a:lnTo>
                  <a:pt x="28989" y="225960"/>
                </a:lnTo>
                <a:lnTo>
                  <a:pt x="7689" y="175184"/>
                </a:lnTo>
                <a:lnTo>
                  <a:pt x="4825" y="146558"/>
                </a:lnTo>
                <a:lnTo>
                  <a:pt x="7689" y="118042"/>
                </a:lnTo>
                <a:lnTo>
                  <a:pt x="28989" y="67298"/>
                </a:lnTo>
                <a:lnTo>
                  <a:pt x="67262" y="28936"/>
                </a:lnTo>
                <a:lnTo>
                  <a:pt x="117935" y="7671"/>
                </a:lnTo>
                <a:lnTo>
                  <a:pt x="146557" y="4825"/>
                </a:lnTo>
                <a:lnTo>
                  <a:pt x="176451" y="4825"/>
                </a:lnTo>
                <a:lnTo>
                  <a:pt x="146557" y="0"/>
                </a:lnTo>
                <a:close/>
              </a:path>
              <a:path w="293369" h="293369" fill="norm" stroke="1" extrusionOk="0">
                <a:moveTo>
                  <a:pt x="176451" y="4825"/>
                </a:moveTo>
                <a:lnTo>
                  <a:pt x="146557" y="4825"/>
                </a:lnTo>
                <a:lnTo>
                  <a:pt x="175240" y="7671"/>
                </a:lnTo>
                <a:lnTo>
                  <a:pt x="201898" y="15875"/>
                </a:lnTo>
                <a:lnTo>
                  <a:pt x="247142" y="46355"/>
                </a:lnTo>
                <a:lnTo>
                  <a:pt x="277479" y="91408"/>
                </a:lnTo>
                <a:lnTo>
                  <a:pt x="288670" y="146558"/>
                </a:lnTo>
                <a:lnTo>
                  <a:pt x="285771" y="175184"/>
                </a:lnTo>
                <a:lnTo>
                  <a:pt x="264400" y="225960"/>
                </a:lnTo>
                <a:lnTo>
                  <a:pt x="226032" y="264292"/>
                </a:lnTo>
                <a:lnTo>
                  <a:pt x="175240" y="285751"/>
                </a:lnTo>
                <a:lnTo>
                  <a:pt x="146557" y="288671"/>
                </a:lnTo>
                <a:lnTo>
                  <a:pt x="175657" y="288671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1664799238" name="bg object 23"/>
          <p:cNvPicPr/>
          <p:nvPr/>
        </p:nvPicPr>
        <p:blipFill rotWithShape="1">
          <a:blip r:embed="rId3"/>
          <a:stretch/>
        </p:blipFill>
        <p:spPr bwMode="auto">
          <a:xfrm>
            <a:off x="1675257" y="594614"/>
            <a:ext cx="220091" cy="220472"/>
          </a:xfrm>
          <a:prstGeom prst="rect">
            <a:avLst/>
          </a:prstGeom>
        </p:spPr>
      </p:pic>
      <p:sp>
        <p:nvSpPr>
          <p:cNvPr id="1768237510" name="bg object 24"/>
          <p:cNvSpPr/>
          <p:nvPr/>
        </p:nvSpPr>
        <p:spPr bwMode="auto">
          <a:xfrm>
            <a:off x="8151368" y="11743"/>
            <a:ext cx="993140" cy="489584"/>
          </a:xfrm>
          <a:custGeom>
            <a:avLst/>
            <a:gdLst/>
            <a:ahLst/>
            <a:cxnLst/>
            <a:rect l="l" t="t" r="r" b="b"/>
            <a:pathLst>
              <a:path w="993140" h="489584" fill="norm" stroke="1" extrusionOk="0">
                <a:moveTo>
                  <a:pt x="992631" y="0"/>
                </a:moveTo>
                <a:lnTo>
                  <a:pt x="0" y="489525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230382872" name="bg object 25"/>
          <p:cNvSpPr/>
          <p:nvPr/>
        </p:nvSpPr>
        <p:spPr bwMode="auto">
          <a:xfrm>
            <a:off x="7828661" y="215137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70" fill="norm" stroke="1" extrusionOk="0">
                <a:moveTo>
                  <a:pt x="286512" y="0"/>
                </a:moveTo>
                <a:lnTo>
                  <a:pt x="240036" y="3745"/>
                </a:lnTo>
                <a:lnTo>
                  <a:pt x="195949" y="14588"/>
                </a:lnTo>
                <a:lnTo>
                  <a:pt x="154840" y="31937"/>
                </a:lnTo>
                <a:lnTo>
                  <a:pt x="117299" y="55201"/>
                </a:lnTo>
                <a:lnTo>
                  <a:pt x="83915" y="83788"/>
                </a:lnTo>
                <a:lnTo>
                  <a:pt x="55278" y="117107"/>
                </a:lnTo>
                <a:lnTo>
                  <a:pt x="31978" y="154566"/>
                </a:lnTo>
                <a:lnTo>
                  <a:pt x="14606" y="195575"/>
                </a:lnTo>
                <a:lnTo>
                  <a:pt x="3749" y="239543"/>
                </a:lnTo>
                <a:lnTo>
                  <a:pt x="0" y="285876"/>
                </a:lnTo>
                <a:lnTo>
                  <a:pt x="3749" y="332348"/>
                </a:lnTo>
                <a:lnTo>
                  <a:pt x="14606" y="376425"/>
                </a:lnTo>
                <a:lnTo>
                  <a:pt x="31978" y="417520"/>
                </a:lnTo>
                <a:lnTo>
                  <a:pt x="55278" y="455045"/>
                </a:lnTo>
                <a:lnTo>
                  <a:pt x="83915" y="488410"/>
                </a:lnTo>
                <a:lnTo>
                  <a:pt x="117299" y="517028"/>
                </a:lnTo>
                <a:lnTo>
                  <a:pt x="154840" y="540310"/>
                </a:lnTo>
                <a:lnTo>
                  <a:pt x="195949" y="557669"/>
                </a:lnTo>
                <a:lnTo>
                  <a:pt x="240036" y="568515"/>
                </a:lnTo>
                <a:lnTo>
                  <a:pt x="286512" y="572262"/>
                </a:lnTo>
                <a:lnTo>
                  <a:pt x="332983" y="568515"/>
                </a:lnTo>
                <a:lnTo>
                  <a:pt x="377060" y="557669"/>
                </a:lnTo>
                <a:lnTo>
                  <a:pt x="418155" y="540310"/>
                </a:lnTo>
                <a:lnTo>
                  <a:pt x="455680" y="517028"/>
                </a:lnTo>
                <a:lnTo>
                  <a:pt x="489045" y="488410"/>
                </a:lnTo>
                <a:lnTo>
                  <a:pt x="517663" y="455045"/>
                </a:lnTo>
                <a:lnTo>
                  <a:pt x="540945" y="417520"/>
                </a:lnTo>
                <a:lnTo>
                  <a:pt x="558304" y="376425"/>
                </a:lnTo>
                <a:lnTo>
                  <a:pt x="569150" y="332348"/>
                </a:lnTo>
                <a:lnTo>
                  <a:pt x="572897" y="285876"/>
                </a:lnTo>
                <a:lnTo>
                  <a:pt x="569150" y="239543"/>
                </a:lnTo>
                <a:lnTo>
                  <a:pt x="558304" y="195575"/>
                </a:lnTo>
                <a:lnTo>
                  <a:pt x="540945" y="154566"/>
                </a:lnTo>
                <a:lnTo>
                  <a:pt x="517663" y="117107"/>
                </a:lnTo>
                <a:lnTo>
                  <a:pt x="489045" y="83788"/>
                </a:lnTo>
                <a:lnTo>
                  <a:pt x="455680" y="55201"/>
                </a:lnTo>
                <a:lnTo>
                  <a:pt x="418155" y="31937"/>
                </a:lnTo>
                <a:lnTo>
                  <a:pt x="377060" y="14588"/>
                </a:lnTo>
                <a:lnTo>
                  <a:pt x="332983" y="3745"/>
                </a:lnTo>
                <a:lnTo>
                  <a:pt x="28651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91155642" name="bg object 26"/>
          <p:cNvSpPr/>
          <p:nvPr/>
        </p:nvSpPr>
        <p:spPr bwMode="auto">
          <a:xfrm>
            <a:off x="7824216" y="210185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5" fill="norm" stroke="1" extrusionOk="0">
                <a:moveTo>
                  <a:pt x="290956" y="0"/>
                </a:moveTo>
                <a:lnTo>
                  <a:pt x="243801" y="3808"/>
                </a:lnTo>
                <a:lnTo>
                  <a:pt x="199054" y="14835"/>
                </a:lnTo>
                <a:lnTo>
                  <a:pt x="157317" y="32479"/>
                </a:lnTo>
                <a:lnTo>
                  <a:pt x="119192" y="56140"/>
                </a:lnTo>
                <a:lnTo>
                  <a:pt x="85280" y="85216"/>
                </a:lnTo>
                <a:lnTo>
                  <a:pt x="56184" y="119109"/>
                </a:lnTo>
                <a:lnTo>
                  <a:pt x="32506" y="157217"/>
                </a:lnTo>
                <a:lnTo>
                  <a:pt x="14848" y="198940"/>
                </a:lnTo>
                <a:lnTo>
                  <a:pt x="3812" y="243678"/>
                </a:lnTo>
                <a:lnTo>
                  <a:pt x="0" y="290829"/>
                </a:lnTo>
                <a:lnTo>
                  <a:pt x="3812" y="338122"/>
                </a:lnTo>
                <a:lnTo>
                  <a:pt x="14848" y="382980"/>
                </a:lnTo>
                <a:lnTo>
                  <a:pt x="32506" y="424803"/>
                </a:lnTo>
                <a:lnTo>
                  <a:pt x="56184" y="462993"/>
                </a:lnTo>
                <a:lnTo>
                  <a:pt x="85280" y="496950"/>
                </a:lnTo>
                <a:lnTo>
                  <a:pt x="119192" y="526077"/>
                </a:lnTo>
                <a:lnTo>
                  <a:pt x="157317" y="549774"/>
                </a:lnTo>
                <a:lnTo>
                  <a:pt x="199054" y="567442"/>
                </a:lnTo>
                <a:lnTo>
                  <a:pt x="243801" y="578481"/>
                </a:lnTo>
                <a:lnTo>
                  <a:pt x="290956" y="582294"/>
                </a:lnTo>
                <a:lnTo>
                  <a:pt x="338077" y="578481"/>
                </a:lnTo>
                <a:lnTo>
                  <a:pt x="361215" y="572769"/>
                </a:lnTo>
                <a:lnTo>
                  <a:pt x="290956" y="572769"/>
                </a:lnTo>
                <a:lnTo>
                  <a:pt x="234100" y="567017"/>
                </a:lnTo>
                <a:lnTo>
                  <a:pt x="181197" y="550560"/>
                </a:lnTo>
                <a:lnTo>
                  <a:pt x="133294" y="524603"/>
                </a:lnTo>
                <a:lnTo>
                  <a:pt x="91439" y="490347"/>
                </a:lnTo>
                <a:lnTo>
                  <a:pt x="57183" y="448492"/>
                </a:lnTo>
                <a:lnTo>
                  <a:pt x="31226" y="400589"/>
                </a:lnTo>
                <a:lnTo>
                  <a:pt x="14769" y="347686"/>
                </a:lnTo>
                <a:lnTo>
                  <a:pt x="9016" y="290829"/>
                </a:lnTo>
                <a:lnTo>
                  <a:pt x="14769" y="234197"/>
                </a:lnTo>
                <a:lnTo>
                  <a:pt x="31226" y="181340"/>
                </a:lnTo>
                <a:lnTo>
                  <a:pt x="57183" y="133506"/>
                </a:lnTo>
                <a:lnTo>
                  <a:pt x="91439" y="91948"/>
                </a:lnTo>
                <a:lnTo>
                  <a:pt x="133294" y="57404"/>
                </a:lnTo>
                <a:lnTo>
                  <a:pt x="181197" y="31432"/>
                </a:lnTo>
                <a:lnTo>
                  <a:pt x="234100" y="15081"/>
                </a:lnTo>
                <a:lnTo>
                  <a:pt x="290956" y="9398"/>
                </a:lnTo>
                <a:lnTo>
                  <a:pt x="360744" y="9398"/>
                </a:lnTo>
                <a:lnTo>
                  <a:pt x="338077" y="3808"/>
                </a:lnTo>
                <a:lnTo>
                  <a:pt x="290956" y="0"/>
                </a:lnTo>
                <a:close/>
              </a:path>
              <a:path w="582295" h="582295" fill="norm" stroke="1" extrusionOk="0">
                <a:moveTo>
                  <a:pt x="360744" y="9398"/>
                </a:moveTo>
                <a:lnTo>
                  <a:pt x="290956" y="9398"/>
                </a:lnTo>
                <a:lnTo>
                  <a:pt x="347803" y="15081"/>
                </a:lnTo>
                <a:lnTo>
                  <a:pt x="400637" y="31432"/>
                </a:lnTo>
                <a:lnTo>
                  <a:pt x="448351" y="57404"/>
                </a:lnTo>
                <a:lnTo>
                  <a:pt x="489838" y="91948"/>
                </a:lnTo>
                <a:lnTo>
                  <a:pt x="524382" y="133506"/>
                </a:lnTo>
                <a:lnTo>
                  <a:pt x="550354" y="181340"/>
                </a:lnTo>
                <a:lnTo>
                  <a:pt x="566705" y="234197"/>
                </a:lnTo>
                <a:lnTo>
                  <a:pt x="572388" y="290829"/>
                </a:lnTo>
                <a:lnTo>
                  <a:pt x="566705" y="347686"/>
                </a:lnTo>
                <a:lnTo>
                  <a:pt x="550354" y="400589"/>
                </a:lnTo>
                <a:lnTo>
                  <a:pt x="524382" y="448492"/>
                </a:lnTo>
                <a:lnTo>
                  <a:pt x="489838" y="490347"/>
                </a:lnTo>
                <a:lnTo>
                  <a:pt x="448351" y="524603"/>
                </a:lnTo>
                <a:lnTo>
                  <a:pt x="400637" y="550560"/>
                </a:lnTo>
                <a:lnTo>
                  <a:pt x="347803" y="567017"/>
                </a:lnTo>
                <a:lnTo>
                  <a:pt x="290956" y="572769"/>
                </a:lnTo>
                <a:lnTo>
                  <a:pt x="361215" y="572769"/>
                </a:lnTo>
                <a:lnTo>
                  <a:pt x="424513" y="549774"/>
                </a:lnTo>
                <a:lnTo>
                  <a:pt x="462622" y="526077"/>
                </a:lnTo>
                <a:lnTo>
                  <a:pt x="496522" y="496950"/>
                </a:lnTo>
                <a:lnTo>
                  <a:pt x="525610" y="462993"/>
                </a:lnTo>
                <a:lnTo>
                  <a:pt x="549283" y="424803"/>
                </a:lnTo>
                <a:lnTo>
                  <a:pt x="566939" y="382980"/>
                </a:lnTo>
                <a:lnTo>
                  <a:pt x="577974" y="338122"/>
                </a:lnTo>
                <a:lnTo>
                  <a:pt x="581786" y="290829"/>
                </a:lnTo>
                <a:lnTo>
                  <a:pt x="577974" y="243678"/>
                </a:lnTo>
                <a:lnTo>
                  <a:pt x="566939" y="198940"/>
                </a:lnTo>
                <a:lnTo>
                  <a:pt x="549283" y="157217"/>
                </a:lnTo>
                <a:lnTo>
                  <a:pt x="525610" y="119109"/>
                </a:lnTo>
                <a:lnTo>
                  <a:pt x="496522" y="85216"/>
                </a:lnTo>
                <a:lnTo>
                  <a:pt x="462622" y="56140"/>
                </a:lnTo>
                <a:lnTo>
                  <a:pt x="424513" y="32479"/>
                </a:lnTo>
                <a:lnTo>
                  <a:pt x="382797" y="14835"/>
                </a:lnTo>
                <a:lnTo>
                  <a:pt x="360744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45927514" name="bg object 27"/>
          <p:cNvSpPr/>
          <p:nvPr/>
        </p:nvSpPr>
        <p:spPr bwMode="auto">
          <a:xfrm>
            <a:off x="7901178" y="287528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7"/>
                </a:lnTo>
                <a:lnTo>
                  <a:pt x="119918" y="21663"/>
                </a:lnTo>
                <a:lnTo>
                  <a:pt x="80184" y="46836"/>
                </a:lnTo>
                <a:lnTo>
                  <a:pt x="47036" y="79875"/>
                </a:lnTo>
                <a:lnTo>
                  <a:pt x="21764" y="119511"/>
                </a:lnTo>
                <a:lnTo>
                  <a:pt x="5655" y="164472"/>
                </a:lnTo>
                <a:lnTo>
                  <a:pt x="0" y="213487"/>
                </a:lnTo>
                <a:lnTo>
                  <a:pt x="5655" y="262530"/>
                </a:lnTo>
                <a:lnTo>
                  <a:pt x="21764" y="307563"/>
                </a:lnTo>
                <a:lnTo>
                  <a:pt x="47036" y="347297"/>
                </a:lnTo>
                <a:lnTo>
                  <a:pt x="80184" y="380445"/>
                </a:lnTo>
                <a:lnTo>
                  <a:pt x="119918" y="405717"/>
                </a:lnTo>
                <a:lnTo>
                  <a:pt x="164951" y="421826"/>
                </a:lnTo>
                <a:lnTo>
                  <a:pt x="213995" y="427482"/>
                </a:lnTo>
                <a:lnTo>
                  <a:pt x="263038" y="421826"/>
                </a:lnTo>
                <a:lnTo>
                  <a:pt x="308071" y="405717"/>
                </a:lnTo>
                <a:lnTo>
                  <a:pt x="347805" y="380445"/>
                </a:lnTo>
                <a:lnTo>
                  <a:pt x="380953" y="347297"/>
                </a:lnTo>
                <a:lnTo>
                  <a:pt x="406225" y="307563"/>
                </a:lnTo>
                <a:lnTo>
                  <a:pt x="422334" y="262530"/>
                </a:lnTo>
                <a:lnTo>
                  <a:pt x="427990" y="213487"/>
                </a:lnTo>
                <a:lnTo>
                  <a:pt x="422334" y="164472"/>
                </a:lnTo>
                <a:lnTo>
                  <a:pt x="406225" y="119511"/>
                </a:lnTo>
                <a:lnTo>
                  <a:pt x="380953" y="79875"/>
                </a:lnTo>
                <a:lnTo>
                  <a:pt x="347805" y="46836"/>
                </a:lnTo>
                <a:lnTo>
                  <a:pt x="308071" y="21663"/>
                </a:lnTo>
                <a:lnTo>
                  <a:pt x="263038" y="5627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31364128" name="bg object 28"/>
          <p:cNvSpPr/>
          <p:nvPr/>
        </p:nvSpPr>
        <p:spPr bwMode="auto">
          <a:xfrm>
            <a:off x="7896733" y="282575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40" y="0"/>
                </a:moveTo>
                <a:lnTo>
                  <a:pt x="168270" y="5782"/>
                </a:lnTo>
                <a:lnTo>
                  <a:pt x="122260" y="22245"/>
                </a:lnTo>
                <a:lnTo>
                  <a:pt x="81706" y="48065"/>
                </a:lnTo>
                <a:lnTo>
                  <a:pt x="47906" y="81919"/>
                </a:lnTo>
                <a:lnTo>
                  <a:pt x="22156" y="122482"/>
                </a:lnTo>
                <a:lnTo>
                  <a:pt x="5755" y="168430"/>
                </a:lnTo>
                <a:lnTo>
                  <a:pt x="0" y="218439"/>
                </a:lnTo>
                <a:lnTo>
                  <a:pt x="5755" y="268637"/>
                </a:lnTo>
                <a:lnTo>
                  <a:pt x="22156" y="314720"/>
                </a:lnTo>
                <a:lnTo>
                  <a:pt x="47906" y="355373"/>
                </a:lnTo>
                <a:lnTo>
                  <a:pt x="81706" y="389282"/>
                </a:lnTo>
                <a:lnTo>
                  <a:pt x="122260" y="415130"/>
                </a:lnTo>
                <a:lnTo>
                  <a:pt x="168270" y="431604"/>
                </a:lnTo>
                <a:lnTo>
                  <a:pt x="218440" y="437388"/>
                </a:lnTo>
                <a:lnTo>
                  <a:pt x="268449" y="431604"/>
                </a:lnTo>
                <a:lnTo>
                  <a:pt x="278530" y="427989"/>
                </a:lnTo>
                <a:lnTo>
                  <a:pt x="218440" y="427989"/>
                </a:lnTo>
                <a:lnTo>
                  <a:pt x="176119" y="423727"/>
                </a:lnTo>
                <a:lnTo>
                  <a:pt x="136763" y="411511"/>
                </a:lnTo>
                <a:lnTo>
                  <a:pt x="101193" y="392199"/>
                </a:lnTo>
                <a:lnTo>
                  <a:pt x="70231" y="366649"/>
                </a:lnTo>
                <a:lnTo>
                  <a:pt x="44626" y="335668"/>
                </a:lnTo>
                <a:lnTo>
                  <a:pt x="25320" y="300069"/>
                </a:lnTo>
                <a:lnTo>
                  <a:pt x="13134" y="260707"/>
                </a:lnTo>
                <a:lnTo>
                  <a:pt x="8890" y="218439"/>
                </a:lnTo>
                <a:lnTo>
                  <a:pt x="13134" y="176484"/>
                </a:lnTo>
                <a:lnTo>
                  <a:pt x="25320" y="137302"/>
                </a:lnTo>
                <a:lnTo>
                  <a:pt x="44626" y="101764"/>
                </a:lnTo>
                <a:lnTo>
                  <a:pt x="70231" y="70738"/>
                </a:lnTo>
                <a:lnTo>
                  <a:pt x="101193" y="45188"/>
                </a:lnTo>
                <a:lnTo>
                  <a:pt x="136763" y="25876"/>
                </a:lnTo>
                <a:lnTo>
                  <a:pt x="176119" y="13660"/>
                </a:lnTo>
                <a:lnTo>
                  <a:pt x="218440" y="9398"/>
                </a:lnTo>
                <a:lnTo>
                  <a:pt x="278541" y="9398"/>
                </a:lnTo>
                <a:lnTo>
                  <a:pt x="268449" y="5782"/>
                </a:lnTo>
                <a:lnTo>
                  <a:pt x="218440" y="0"/>
                </a:lnTo>
                <a:close/>
              </a:path>
              <a:path w="436879" h="437515" fill="norm" stroke="1" extrusionOk="0">
                <a:moveTo>
                  <a:pt x="278541" y="9398"/>
                </a:moveTo>
                <a:lnTo>
                  <a:pt x="218440" y="9398"/>
                </a:lnTo>
                <a:lnTo>
                  <a:pt x="260609" y="13660"/>
                </a:lnTo>
                <a:lnTo>
                  <a:pt x="299767" y="25876"/>
                </a:lnTo>
                <a:lnTo>
                  <a:pt x="335186" y="45188"/>
                </a:lnTo>
                <a:lnTo>
                  <a:pt x="366141" y="70738"/>
                </a:lnTo>
                <a:lnTo>
                  <a:pt x="391671" y="101764"/>
                </a:lnTo>
                <a:lnTo>
                  <a:pt x="410940" y="137302"/>
                </a:lnTo>
                <a:lnTo>
                  <a:pt x="423112" y="176484"/>
                </a:lnTo>
                <a:lnTo>
                  <a:pt x="427355" y="218439"/>
                </a:lnTo>
                <a:lnTo>
                  <a:pt x="423112" y="260707"/>
                </a:lnTo>
                <a:lnTo>
                  <a:pt x="410940" y="300069"/>
                </a:lnTo>
                <a:lnTo>
                  <a:pt x="391671" y="335668"/>
                </a:lnTo>
                <a:lnTo>
                  <a:pt x="366141" y="366649"/>
                </a:lnTo>
                <a:lnTo>
                  <a:pt x="335186" y="392199"/>
                </a:lnTo>
                <a:lnTo>
                  <a:pt x="299767" y="411511"/>
                </a:lnTo>
                <a:lnTo>
                  <a:pt x="260609" y="423727"/>
                </a:lnTo>
                <a:lnTo>
                  <a:pt x="218440" y="427989"/>
                </a:lnTo>
                <a:lnTo>
                  <a:pt x="278530" y="427989"/>
                </a:lnTo>
                <a:lnTo>
                  <a:pt x="314397" y="415130"/>
                </a:lnTo>
                <a:lnTo>
                  <a:pt x="354960" y="389282"/>
                </a:lnTo>
                <a:lnTo>
                  <a:pt x="388814" y="355373"/>
                </a:lnTo>
                <a:lnTo>
                  <a:pt x="414634" y="314720"/>
                </a:lnTo>
                <a:lnTo>
                  <a:pt x="431097" y="268637"/>
                </a:lnTo>
                <a:lnTo>
                  <a:pt x="436880" y="218439"/>
                </a:lnTo>
                <a:lnTo>
                  <a:pt x="431097" y="168430"/>
                </a:lnTo>
                <a:lnTo>
                  <a:pt x="414634" y="122482"/>
                </a:lnTo>
                <a:lnTo>
                  <a:pt x="388814" y="81919"/>
                </a:lnTo>
                <a:lnTo>
                  <a:pt x="354960" y="48065"/>
                </a:lnTo>
                <a:lnTo>
                  <a:pt x="314397" y="22245"/>
                </a:lnTo>
                <a:lnTo>
                  <a:pt x="278541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49478407" name="bg object 29"/>
          <p:cNvSpPr/>
          <p:nvPr/>
        </p:nvSpPr>
        <p:spPr bwMode="auto">
          <a:xfrm>
            <a:off x="7979791" y="366141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6"/>
                </a:lnTo>
                <a:lnTo>
                  <a:pt x="55467" y="26115"/>
                </a:lnTo>
                <a:lnTo>
                  <a:pt x="26147" y="55357"/>
                </a:lnTo>
                <a:lnTo>
                  <a:pt x="6910" y="92366"/>
                </a:lnTo>
                <a:lnTo>
                  <a:pt x="0" y="134874"/>
                </a:lnTo>
                <a:lnTo>
                  <a:pt x="6910" y="177629"/>
                </a:lnTo>
                <a:lnTo>
                  <a:pt x="26147" y="214788"/>
                </a:lnTo>
                <a:lnTo>
                  <a:pt x="55467" y="244108"/>
                </a:lnTo>
                <a:lnTo>
                  <a:pt x="92626" y="263345"/>
                </a:lnTo>
                <a:lnTo>
                  <a:pt x="135381" y="270256"/>
                </a:lnTo>
                <a:lnTo>
                  <a:pt x="178084" y="263345"/>
                </a:lnTo>
                <a:lnTo>
                  <a:pt x="215117" y="244108"/>
                </a:lnTo>
                <a:lnTo>
                  <a:pt x="244287" y="214788"/>
                </a:lnTo>
                <a:lnTo>
                  <a:pt x="263398" y="177629"/>
                </a:lnTo>
                <a:lnTo>
                  <a:pt x="270255" y="134874"/>
                </a:lnTo>
                <a:lnTo>
                  <a:pt x="263398" y="92366"/>
                </a:lnTo>
                <a:lnTo>
                  <a:pt x="244287" y="55357"/>
                </a:lnTo>
                <a:lnTo>
                  <a:pt x="215117" y="26115"/>
                </a:lnTo>
                <a:lnTo>
                  <a:pt x="178084" y="6906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71988115" name="bg object 30"/>
          <p:cNvSpPr/>
          <p:nvPr/>
        </p:nvSpPr>
        <p:spPr bwMode="auto">
          <a:xfrm>
            <a:off x="7975346" y="361696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100"/>
                </a:lnTo>
                <a:lnTo>
                  <a:pt x="57140" y="26875"/>
                </a:lnTo>
                <a:lnTo>
                  <a:pt x="26907" y="57031"/>
                </a:lnTo>
                <a:lnTo>
                  <a:pt x="7104" y="95276"/>
                </a:lnTo>
                <a:lnTo>
                  <a:pt x="0" y="139318"/>
                </a:lnTo>
                <a:lnTo>
                  <a:pt x="7104" y="183609"/>
                </a:lnTo>
                <a:lnTo>
                  <a:pt x="26907" y="222005"/>
                </a:lnTo>
                <a:lnTo>
                  <a:pt x="57140" y="252238"/>
                </a:lnTo>
                <a:lnTo>
                  <a:pt x="95536" y="272041"/>
                </a:lnTo>
                <a:lnTo>
                  <a:pt x="139826" y="279145"/>
                </a:lnTo>
                <a:lnTo>
                  <a:pt x="183873" y="272041"/>
                </a:lnTo>
                <a:lnTo>
                  <a:pt x="188316" y="269748"/>
                </a:lnTo>
                <a:lnTo>
                  <a:pt x="139826" y="269748"/>
                </a:lnTo>
                <a:lnTo>
                  <a:pt x="113466" y="267118"/>
                </a:lnTo>
                <a:lnTo>
                  <a:pt x="66746" y="247620"/>
                </a:lnTo>
                <a:lnTo>
                  <a:pt x="31472" y="212560"/>
                </a:lnTo>
                <a:lnTo>
                  <a:pt x="12025" y="165748"/>
                </a:lnTo>
                <a:lnTo>
                  <a:pt x="9398" y="139318"/>
                </a:lnTo>
                <a:lnTo>
                  <a:pt x="12025" y="113182"/>
                </a:lnTo>
                <a:lnTo>
                  <a:pt x="31472" y="66577"/>
                </a:lnTo>
                <a:lnTo>
                  <a:pt x="66746" y="31232"/>
                </a:lnTo>
                <a:lnTo>
                  <a:pt x="113466" y="11527"/>
                </a:lnTo>
                <a:lnTo>
                  <a:pt x="139826" y="8889"/>
                </a:lnTo>
                <a:lnTo>
                  <a:pt x="187344" y="8889"/>
                </a:lnTo>
                <a:lnTo>
                  <a:pt x="183873" y="7100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4" y="8889"/>
                </a:moveTo>
                <a:lnTo>
                  <a:pt x="139826" y="8889"/>
                </a:lnTo>
                <a:lnTo>
                  <a:pt x="166159" y="11527"/>
                </a:lnTo>
                <a:lnTo>
                  <a:pt x="190563" y="19129"/>
                </a:lnTo>
                <a:lnTo>
                  <a:pt x="231775" y="47370"/>
                </a:lnTo>
                <a:lnTo>
                  <a:pt x="259953" y="88725"/>
                </a:lnTo>
                <a:lnTo>
                  <a:pt x="270128" y="139318"/>
                </a:lnTo>
                <a:lnTo>
                  <a:pt x="267511" y="165748"/>
                </a:lnTo>
                <a:lnTo>
                  <a:pt x="247894" y="212560"/>
                </a:lnTo>
                <a:lnTo>
                  <a:pt x="212586" y="247620"/>
                </a:lnTo>
                <a:lnTo>
                  <a:pt x="166159" y="267118"/>
                </a:lnTo>
                <a:lnTo>
                  <a:pt x="139826" y="269748"/>
                </a:lnTo>
                <a:lnTo>
                  <a:pt x="188316" y="269748"/>
                </a:lnTo>
                <a:lnTo>
                  <a:pt x="222238" y="252238"/>
                </a:lnTo>
                <a:lnTo>
                  <a:pt x="252563" y="222005"/>
                </a:lnTo>
                <a:lnTo>
                  <a:pt x="272488" y="183609"/>
                </a:lnTo>
                <a:lnTo>
                  <a:pt x="279653" y="139318"/>
                </a:lnTo>
                <a:lnTo>
                  <a:pt x="272488" y="95276"/>
                </a:lnTo>
                <a:lnTo>
                  <a:pt x="252563" y="57031"/>
                </a:lnTo>
                <a:lnTo>
                  <a:pt x="222238" y="26875"/>
                </a:lnTo>
                <a:lnTo>
                  <a:pt x="187344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649700536" name="bg object 31"/>
          <p:cNvSpPr/>
          <p:nvPr/>
        </p:nvSpPr>
        <p:spPr bwMode="auto">
          <a:xfrm>
            <a:off x="8703182" y="112255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477" y="0"/>
                </a:moveTo>
                <a:lnTo>
                  <a:pt x="96576" y="7174"/>
                </a:lnTo>
                <a:lnTo>
                  <a:pt x="57716" y="27163"/>
                </a:lnTo>
                <a:lnTo>
                  <a:pt x="27159" y="57662"/>
                </a:lnTo>
                <a:lnTo>
                  <a:pt x="7166" y="96365"/>
                </a:lnTo>
                <a:lnTo>
                  <a:pt x="0" y="140970"/>
                </a:lnTo>
                <a:lnTo>
                  <a:pt x="7166" y="185822"/>
                </a:lnTo>
                <a:lnTo>
                  <a:pt x="27159" y="224676"/>
                </a:lnTo>
                <a:lnTo>
                  <a:pt x="57716" y="255251"/>
                </a:lnTo>
                <a:lnTo>
                  <a:pt x="96576" y="275268"/>
                </a:lnTo>
                <a:lnTo>
                  <a:pt x="141477" y="282448"/>
                </a:lnTo>
                <a:lnTo>
                  <a:pt x="186082" y="275268"/>
                </a:lnTo>
                <a:lnTo>
                  <a:pt x="224785" y="255251"/>
                </a:lnTo>
                <a:lnTo>
                  <a:pt x="255284" y="224676"/>
                </a:lnTo>
                <a:lnTo>
                  <a:pt x="275273" y="185822"/>
                </a:lnTo>
                <a:lnTo>
                  <a:pt x="282448" y="140970"/>
                </a:lnTo>
                <a:lnTo>
                  <a:pt x="275273" y="96365"/>
                </a:lnTo>
                <a:lnTo>
                  <a:pt x="255284" y="57662"/>
                </a:lnTo>
                <a:lnTo>
                  <a:pt x="224785" y="27163"/>
                </a:lnTo>
                <a:lnTo>
                  <a:pt x="186082" y="7174"/>
                </a:lnTo>
                <a:lnTo>
                  <a:pt x="14147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90131590" name="bg object 32"/>
          <p:cNvSpPr/>
          <p:nvPr/>
        </p:nvSpPr>
        <p:spPr bwMode="auto">
          <a:xfrm>
            <a:off x="8698610" y="1117472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99844" y="7483"/>
                </a:lnTo>
                <a:lnTo>
                  <a:pt x="59746" y="28293"/>
                </a:lnTo>
                <a:lnTo>
                  <a:pt x="28147" y="59966"/>
                </a:lnTo>
                <a:lnTo>
                  <a:pt x="7435" y="100039"/>
                </a:lnTo>
                <a:lnTo>
                  <a:pt x="0" y="146050"/>
                </a:lnTo>
                <a:lnTo>
                  <a:pt x="7435" y="192308"/>
                </a:lnTo>
                <a:lnTo>
                  <a:pt x="28147" y="232531"/>
                </a:lnTo>
                <a:lnTo>
                  <a:pt x="59746" y="264281"/>
                </a:lnTo>
                <a:lnTo>
                  <a:pt x="99844" y="285120"/>
                </a:lnTo>
                <a:lnTo>
                  <a:pt x="146050" y="292607"/>
                </a:lnTo>
                <a:lnTo>
                  <a:pt x="192060" y="285120"/>
                </a:lnTo>
                <a:lnTo>
                  <a:pt x="195978" y="283082"/>
                </a:lnTo>
                <a:lnTo>
                  <a:pt x="146050" y="283082"/>
                </a:lnTo>
                <a:lnTo>
                  <a:pt x="118461" y="280259"/>
                </a:lnTo>
                <a:lnTo>
                  <a:pt x="69522" y="259562"/>
                </a:lnTo>
                <a:lnTo>
                  <a:pt x="32484" y="222791"/>
                </a:lnTo>
                <a:lnTo>
                  <a:pt x="11822" y="173710"/>
                </a:lnTo>
                <a:lnTo>
                  <a:pt x="9017" y="146050"/>
                </a:lnTo>
                <a:lnTo>
                  <a:pt x="11822" y="118683"/>
                </a:lnTo>
                <a:lnTo>
                  <a:pt x="32484" y="69808"/>
                </a:lnTo>
                <a:lnTo>
                  <a:pt x="69522" y="32777"/>
                </a:lnTo>
                <a:lnTo>
                  <a:pt x="118461" y="12259"/>
                </a:lnTo>
                <a:lnTo>
                  <a:pt x="146050" y="9525"/>
                </a:lnTo>
                <a:lnTo>
                  <a:pt x="195991" y="9525"/>
                </a:lnTo>
                <a:lnTo>
                  <a:pt x="192060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5991" y="9525"/>
                </a:moveTo>
                <a:lnTo>
                  <a:pt x="146050" y="9525"/>
                </a:lnTo>
                <a:lnTo>
                  <a:pt x="173416" y="12259"/>
                </a:lnTo>
                <a:lnTo>
                  <a:pt x="199056" y="20161"/>
                </a:lnTo>
                <a:lnTo>
                  <a:pt x="242443" y="49656"/>
                </a:lnTo>
                <a:lnTo>
                  <a:pt x="271938" y="93043"/>
                </a:lnTo>
                <a:lnTo>
                  <a:pt x="282575" y="146050"/>
                </a:lnTo>
                <a:lnTo>
                  <a:pt x="279840" y="173710"/>
                </a:lnTo>
                <a:lnTo>
                  <a:pt x="259322" y="222791"/>
                </a:lnTo>
                <a:lnTo>
                  <a:pt x="222291" y="259562"/>
                </a:lnTo>
                <a:lnTo>
                  <a:pt x="173416" y="280259"/>
                </a:lnTo>
                <a:lnTo>
                  <a:pt x="146050" y="283082"/>
                </a:lnTo>
                <a:lnTo>
                  <a:pt x="195978" y="283082"/>
                </a:lnTo>
                <a:lnTo>
                  <a:pt x="232133" y="264281"/>
                </a:lnTo>
                <a:lnTo>
                  <a:pt x="263806" y="232531"/>
                </a:lnTo>
                <a:lnTo>
                  <a:pt x="284616" y="192308"/>
                </a:lnTo>
                <a:lnTo>
                  <a:pt x="292100" y="146050"/>
                </a:lnTo>
                <a:lnTo>
                  <a:pt x="284616" y="100039"/>
                </a:lnTo>
                <a:lnTo>
                  <a:pt x="263806" y="59966"/>
                </a:lnTo>
                <a:lnTo>
                  <a:pt x="232133" y="28293"/>
                </a:lnTo>
                <a:lnTo>
                  <a:pt x="195991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1152584782" name="bg object 33"/>
          <p:cNvPicPr/>
          <p:nvPr/>
        </p:nvPicPr>
        <p:blipFill rotWithShape="1">
          <a:blip r:embed="rId4"/>
          <a:stretch/>
        </p:blipFill>
        <p:spPr bwMode="auto">
          <a:xfrm>
            <a:off x="8760586" y="1179956"/>
            <a:ext cx="167640" cy="167639"/>
          </a:xfrm>
          <a:prstGeom prst="rect">
            <a:avLst/>
          </a:prstGeom>
        </p:spPr>
      </p:pic>
      <p:pic>
        <p:nvPicPr>
          <p:cNvPr id="850694431" name="bg object 34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sp>
        <p:nvSpPr>
          <p:cNvPr id="562528149" name="bg object 35"/>
          <p:cNvSpPr/>
          <p:nvPr/>
        </p:nvSpPr>
        <p:spPr bwMode="auto">
          <a:xfrm>
            <a:off x="0" y="4738331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 h="0" fill="norm" stroke="1" extrusionOk="0">
                <a:moveTo>
                  <a:pt x="0" y="0"/>
                </a:moveTo>
                <a:lnTo>
                  <a:pt x="9144000" y="0"/>
                </a:lnTo>
              </a:path>
            </a:pathLst>
          </a:custGeom>
          <a:ln w="9525">
            <a:solidFill>
              <a:srgbClr val="01ABA9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582040216" name="bg object 36"/>
          <p:cNvSpPr/>
          <p:nvPr/>
        </p:nvSpPr>
        <p:spPr bwMode="auto">
          <a:xfrm>
            <a:off x="8157908" y="4738331"/>
            <a:ext cx="9525" cy="405765"/>
          </a:xfrm>
          <a:custGeom>
            <a:avLst/>
            <a:gdLst/>
            <a:ahLst/>
            <a:cxnLst/>
            <a:rect l="l" t="t" r="r" b="b"/>
            <a:pathLst>
              <a:path w="9525" h="405764" fill="norm" stroke="1" extrusionOk="0">
                <a:moveTo>
                  <a:pt x="9525" y="0"/>
                </a:moveTo>
                <a:lnTo>
                  <a:pt x="0" y="0"/>
                </a:lnTo>
                <a:lnTo>
                  <a:pt x="0" y="405168"/>
                </a:lnTo>
                <a:lnTo>
                  <a:pt x="9525" y="405168"/>
                </a:lnTo>
                <a:lnTo>
                  <a:pt x="9525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785411329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97410736" name="Holder 3"/>
          <p:cNvSpPr>
            <a:spLocks noGrp="1"/>
          </p:cNvSpPr>
          <p:nvPr>
            <p:ph type="body" idx="1"/>
          </p:nvPr>
        </p:nvSpPr>
        <p:spPr bwMode="auto"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89784483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10412222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2091270780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Two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936065" name="bg object 16"/>
          <p:cNvSpPr/>
          <p:nvPr/>
        </p:nvSpPr>
        <p:spPr bwMode="auto">
          <a:xfrm>
            <a:off x="8108950" y="501269"/>
            <a:ext cx="737870" cy="737870"/>
          </a:xfrm>
          <a:custGeom>
            <a:avLst/>
            <a:gdLst/>
            <a:ahLst/>
            <a:cxnLst/>
            <a:rect l="l" t="t" r="r" b="b"/>
            <a:pathLst>
              <a:path w="737870" h="737869" fill="norm" stroke="1" extrusionOk="0">
                <a:moveTo>
                  <a:pt x="737743" y="737742"/>
                </a:moveTo>
                <a:lnTo>
                  <a:pt x="0" y="0"/>
                </a:lnTo>
              </a:path>
            </a:pathLst>
          </a:custGeom>
          <a:ln w="9524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292265659" name="bg object 17"/>
          <p:cNvSpPr/>
          <p:nvPr/>
        </p:nvSpPr>
        <p:spPr bwMode="auto">
          <a:xfrm>
            <a:off x="0" y="274193"/>
            <a:ext cx="1795780" cy="654685"/>
          </a:xfrm>
          <a:custGeom>
            <a:avLst/>
            <a:gdLst/>
            <a:ahLst/>
            <a:cxnLst/>
            <a:rect l="l" t="t" r="r" b="b"/>
            <a:pathLst>
              <a:path w="1795780" h="654685" fill="norm" stroke="1" extrusionOk="0">
                <a:moveTo>
                  <a:pt x="582472" y="8001"/>
                </a:moveTo>
                <a:lnTo>
                  <a:pt x="1795399" y="430657"/>
                </a:lnTo>
              </a:path>
              <a:path w="1795780" h="654685" fill="norm" stroke="1" extrusionOk="0">
                <a:moveTo>
                  <a:pt x="0" y="654304"/>
                </a:moveTo>
                <a:lnTo>
                  <a:pt x="582599" y="0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55370367" name="bg object 18"/>
          <p:cNvSpPr/>
          <p:nvPr/>
        </p:nvSpPr>
        <p:spPr bwMode="auto">
          <a:xfrm>
            <a:off x="428231" y="130428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516" y="0"/>
                </a:moveTo>
                <a:lnTo>
                  <a:pt x="96625" y="7174"/>
                </a:lnTo>
                <a:lnTo>
                  <a:pt x="57758" y="27163"/>
                </a:lnTo>
                <a:lnTo>
                  <a:pt x="27184" y="57662"/>
                </a:lnTo>
                <a:lnTo>
                  <a:pt x="7174" y="96365"/>
                </a:lnTo>
                <a:lnTo>
                  <a:pt x="0" y="140970"/>
                </a:lnTo>
                <a:lnTo>
                  <a:pt x="7174" y="185822"/>
                </a:lnTo>
                <a:lnTo>
                  <a:pt x="27184" y="224676"/>
                </a:lnTo>
                <a:lnTo>
                  <a:pt x="57758" y="255251"/>
                </a:lnTo>
                <a:lnTo>
                  <a:pt x="96625" y="275268"/>
                </a:lnTo>
                <a:lnTo>
                  <a:pt x="141516" y="282448"/>
                </a:lnTo>
                <a:lnTo>
                  <a:pt x="186144" y="275268"/>
                </a:lnTo>
                <a:lnTo>
                  <a:pt x="224859" y="255251"/>
                </a:lnTo>
                <a:lnTo>
                  <a:pt x="255361" y="224676"/>
                </a:lnTo>
                <a:lnTo>
                  <a:pt x="275350" y="185822"/>
                </a:lnTo>
                <a:lnTo>
                  <a:pt x="282524" y="140970"/>
                </a:lnTo>
                <a:lnTo>
                  <a:pt x="275350" y="96365"/>
                </a:lnTo>
                <a:lnTo>
                  <a:pt x="255361" y="57662"/>
                </a:lnTo>
                <a:lnTo>
                  <a:pt x="224859" y="27163"/>
                </a:lnTo>
                <a:lnTo>
                  <a:pt x="186144" y="7174"/>
                </a:lnTo>
                <a:lnTo>
                  <a:pt x="1415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77835538" name="bg object 19"/>
          <p:cNvSpPr/>
          <p:nvPr/>
        </p:nvSpPr>
        <p:spPr bwMode="auto">
          <a:xfrm>
            <a:off x="423748" y="125348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5999" y="0"/>
                </a:moveTo>
                <a:lnTo>
                  <a:pt x="99789" y="7483"/>
                </a:lnTo>
                <a:lnTo>
                  <a:pt x="59703" y="28293"/>
                </a:lnTo>
                <a:lnTo>
                  <a:pt x="28122" y="59966"/>
                </a:lnTo>
                <a:lnTo>
                  <a:pt x="7427" y="100039"/>
                </a:lnTo>
                <a:lnTo>
                  <a:pt x="0" y="146050"/>
                </a:lnTo>
                <a:lnTo>
                  <a:pt x="7427" y="192308"/>
                </a:lnTo>
                <a:lnTo>
                  <a:pt x="28122" y="232531"/>
                </a:lnTo>
                <a:lnTo>
                  <a:pt x="59703" y="264281"/>
                </a:lnTo>
                <a:lnTo>
                  <a:pt x="99789" y="285120"/>
                </a:lnTo>
                <a:lnTo>
                  <a:pt x="145999" y="292608"/>
                </a:lnTo>
                <a:lnTo>
                  <a:pt x="191999" y="285120"/>
                </a:lnTo>
                <a:lnTo>
                  <a:pt x="195915" y="283083"/>
                </a:lnTo>
                <a:lnTo>
                  <a:pt x="145999" y="283083"/>
                </a:lnTo>
                <a:lnTo>
                  <a:pt x="118400" y="280259"/>
                </a:lnTo>
                <a:lnTo>
                  <a:pt x="69452" y="259562"/>
                </a:lnTo>
                <a:lnTo>
                  <a:pt x="32432" y="222791"/>
                </a:lnTo>
                <a:lnTo>
                  <a:pt x="11748" y="173710"/>
                </a:lnTo>
                <a:lnTo>
                  <a:pt x="8928" y="146050"/>
                </a:lnTo>
                <a:lnTo>
                  <a:pt x="11748" y="118683"/>
                </a:lnTo>
                <a:lnTo>
                  <a:pt x="32432" y="69808"/>
                </a:lnTo>
                <a:lnTo>
                  <a:pt x="69452" y="32777"/>
                </a:lnTo>
                <a:lnTo>
                  <a:pt x="118400" y="12259"/>
                </a:lnTo>
                <a:lnTo>
                  <a:pt x="145999" y="9525"/>
                </a:lnTo>
                <a:lnTo>
                  <a:pt x="195928" y="9525"/>
                </a:lnTo>
                <a:lnTo>
                  <a:pt x="191999" y="7483"/>
                </a:lnTo>
                <a:lnTo>
                  <a:pt x="145999" y="0"/>
                </a:lnTo>
                <a:close/>
              </a:path>
              <a:path w="292100" h="292734" fill="norm" stroke="1" extrusionOk="0">
                <a:moveTo>
                  <a:pt x="195928" y="9525"/>
                </a:moveTo>
                <a:lnTo>
                  <a:pt x="145999" y="9525"/>
                </a:lnTo>
                <a:lnTo>
                  <a:pt x="173375" y="12259"/>
                </a:lnTo>
                <a:lnTo>
                  <a:pt x="199024" y="20161"/>
                </a:lnTo>
                <a:lnTo>
                  <a:pt x="242430" y="49656"/>
                </a:lnTo>
                <a:lnTo>
                  <a:pt x="271878" y="93043"/>
                </a:lnTo>
                <a:lnTo>
                  <a:pt x="282524" y="146050"/>
                </a:lnTo>
                <a:lnTo>
                  <a:pt x="279784" y="173710"/>
                </a:lnTo>
                <a:lnTo>
                  <a:pt x="259271" y="222791"/>
                </a:lnTo>
                <a:lnTo>
                  <a:pt x="222269" y="259562"/>
                </a:lnTo>
                <a:lnTo>
                  <a:pt x="173375" y="280259"/>
                </a:lnTo>
                <a:lnTo>
                  <a:pt x="145999" y="283083"/>
                </a:lnTo>
                <a:lnTo>
                  <a:pt x="195915" y="283083"/>
                </a:lnTo>
                <a:lnTo>
                  <a:pt x="232059" y="264281"/>
                </a:lnTo>
                <a:lnTo>
                  <a:pt x="263719" y="232531"/>
                </a:lnTo>
                <a:lnTo>
                  <a:pt x="284518" y="192308"/>
                </a:lnTo>
                <a:lnTo>
                  <a:pt x="291998" y="146050"/>
                </a:lnTo>
                <a:lnTo>
                  <a:pt x="284518" y="100039"/>
                </a:lnTo>
                <a:lnTo>
                  <a:pt x="263719" y="59966"/>
                </a:lnTo>
                <a:lnTo>
                  <a:pt x="232059" y="28293"/>
                </a:lnTo>
                <a:lnTo>
                  <a:pt x="195928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731044955" name="bg object 20"/>
          <p:cNvPicPr/>
          <p:nvPr/>
        </p:nvPicPr>
        <p:blipFill rotWithShape="1">
          <a:blip r:embed="rId2"/>
          <a:stretch/>
        </p:blipFill>
        <p:spPr bwMode="auto">
          <a:xfrm>
            <a:off x="485622" y="187832"/>
            <a:ext cx="167728" cy="167639"/>
          </a:xfrm>
          <a:prstGeom prst="rect">
            <a:avLst/>
          </a:prstGeom>
        </p:spPr>
      </p:pic>
      <p:sp>
        <p:nvSpPr>
          <p:cNvPr id="1491643036" name="bg object 21"/>
          <p:cNvSpPr/>
          <p:nvPr/>
        </p:nvSpPr>
        <p:spPr bwMode="auto">
          <a:xfrm>
            <a:off x="1640967" y="560704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1" y="0"/>
                </a:moveTo>
                <a:lnTo>
                  <a:pt x="98690" y="7345"/>
                </a:lnTo>
                <a:lnTo>
                  <a:pt x="59088" y="27797"/>
                </a:lnTo>
                <a:lnTo>
                  <a:pt x="27850" y="58978"/>
                </a:lnTo>
                <a:lnTo>
                  <a:pt x="7359" y="98511"/>
                </a:lnTo>
                <a:lnTo>
                  <a:pt x="0" y="144018"/>
                </a:lnTo>
                <a:lnTo>
                  <a:pt x="7359" y="189648"/>
                </a:lnTo>
                <a:lnTo>
                  <a:pt x="27850" y="229256"/>
                </a:lnTo>
                <a:lnTo>
                  <a:pt x="59088" y="260475"/>
                </a:lnTo>
                <a:lnTo>
                  <a:pt x="98690" y="280942"/>
                </a:lnTo>
                <a:lnTo>
                  <a:pt x="144271" y="288290"/>
                </a:lnTo>
                <a:lnTo>
                  <a:pt x="189915" y="280942"/>
                </a:lnTo>
                <a:lnTo>
                  <a:pt x="229555" y="260475"/>
                </a:lnTo>
                <a:lnTo>
                  <a:pt x="260812" y="229256"/>
                </a:lnTo>
                <a:lnTo>
                  <a:pt x="281310" y="189648"/>
                </a:lnTo>
                <a:lnTo>
                  <a:pt x="288670" y="144018"/>
                </a:lnTo>
                <a:lnTo>
                  <a:pt x="281310" y="98511"/>
                </a:lnTo>
                <a:lnTo>
                  <a:pt x="260812" y="58978"/>
                </a:lnTo>
                <a:lnTo>
                  <a:pt x="229555" y="27797"/>
                </a:lnTo>
                <a:lnTo>
                  <a:pt x="189915" y="7345"/>
                </a:lnTo>
                <a:lnTo>
                  <a:pt x="14427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902897" name="bg object 22"/>
          <p:cNvSpPr/>
          <p:nvPr/>
        </p:nvSpPr>
        <p:spPr bwMode="auto">
          <a:xfrm>
            <a:off x="1638680" y="558165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69" h="293369" fill="norm" stroke="1" extrusionOk="0">
                <a:moveTo>
                  <a:pt x="146557" y="0"/>
                </a:moveTo>
                <a:lnTo>
                  <a:pt x="100299" y="7475"/>
                </a:lnTo>
                <a:lnTo>
                  <a:pt x="60076" y="28289"/>
                </a:lnTo>
                <a:lnTo>
                  <a:pt x="28326" y="60021"/>
                </a:lnTo>
                <a:lnTo>
                  <a:pt x="7487" y="100250"/>
                </a:lnTo>
                <a:lnTo>
                  <a:pt x="0" y="146558"/>
                </a:lnTo>
                <a:lnTo>
                  <a:pt x="7487" y="192989"/>
                </a:lnTo>
                <a:lnTo>
                  <a:pt x="28326" y="233293"/>
                </a:lnTo>
                <a:lnTo>
                  <a:pt x="60076" y="265064"/>
                </a:lnTo>
                <a:lnTo>
                  <a:pt x="100299" y="285892"/>
                </a:lnTo>
                <a:lnTo>
                  <a:pt x="146557" y="293370"/>
                </a:lnTo>
                <a:lnTo>
                  <a:pt x="175657" y="288671"/>
                </a:lnTo>
                <a:lnTo>
                  <a:pt x="146557" y="288671"/>
                </a:lnTo>
                <a:lnTo>
                  <a:pt x="117935" y="285751"/>
                </a:lnTo>
                <a:lnTo>
                  <a:pt x="67262" y="264292"/>
                </a:lnTo>
                <a:lnTo>
                  <a:pt x="28989" y="225960"/>
                </a:lnTo>
                <a:lnTo>
                  <a:pt x="7689" y="175184"/>
                </a:lnTo>
                <a:lnTo>
                  <a:pt x="4825" y="146558"/>
                </a:lnTo>
                <a:lnTo>
                  <a:pt x="7689" y="118042"/>
                </a:lnTo>
                <a:lnTo>
                  <a:pt x="28989" y="67298"/>
                </a:lnTo>
                <a:lnTo>
                  <a:pt x="67262" y="28936"/>
                </a:lnTo>
                <a:lnTo>
                  <a:pt x="117935" y="7671"/>
                </a:lnTo>
                <a:lnTo>
                  <a:pt x="146557" y="4825"/>
                </a:lnTo>
                <a:lnTo>
                  <a:pt x="176451" y="4825"/>
                </a:lnTo>
                <a:lnTo>
                  <a:pt x="146557" y="0"/>
                </a:lnTo>
                <a:close/>
              </a:path>
              <a:path w="293369" h="293369" fill="norm" stroke="1" extrusionOk="0">
                <a:moveTo>
                  <a:pt x="176451" y="4825"/>
                </a:moveTo>
                <a:lnTo>
                  <a:pt x="146557" y="4825"/>
                </a:lnTo>
                <a:lnTo>
                  <a:pt x="175240" y="7671"/>
                </a:lnTo>
                <a:lnTo>
                  <a:pt x="201898" y="15875"/>
                </a:lnTo>
                <a:lnTo>
                  <a:pt x="247142" y="46355"/>
                </a:lnTo>
                <a:lnTo>
                  <a:pt x="277479" y="91408"/>
                </a:lnTo>
                <a:lnTo>
                  <a:pt x="288670" y="146558"/>
                </a:lnTo>
                <a:lnTo>
                  <a:pt x="285771" y="175184"/>
                </a:lnTo>
                <a:lnTo>
                  <a:pt x="264400" y="225960"/>
                </a:lnTo>
                <a:lnTo>
                  <a:pt x="226032" y="264292"/>
                </a:lnTo>
                <a:lnTo>
                  <a:pt x="175240" y="285751"/>
                </a:lnTo>
                <a:lnTo>
                  <a:pt x="146557" y="288671"/>
                </a:lnTo>
                <a:lnTo>
                  <a:pt x="175657" y="288671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231966966" name="bg object 23"/>
          <p:cNvPicPr/>
          <p:nvPr/>
        </p:nvPicPr>
        <p:blipFill rotWithShape="1">
          <a:blip r:embed="rId3"/>
          <a:stretch/>
        </p:blipFill>
        <p:spPr bwMode="auto">
          <a:xfrm>
            <a:off x="1675257" y="594614"/>
            <a:ext cx="220091" cy="220472"/>
          </a:xfrm>
          <a:prstGeom prst="rect">
            <a:avLst/>
          </a:prstGeom>
        </p:spPr>
      </p:pic>
      <p:sp>
        <p:nvSpPr>
          <p:cNvPr id="704685059" name="bg object 24"/>
          <p:cNvSpPr/>
          <p:nvPr/>
        </p:nvSpPr>
        <p:spPr bwMode="auto">
          <a:xfrm>
            <a:off x="8151368" y="11743"/>
            <a:ext cx="993140" cy="489584"/>
          </a:xfrm>
          <a:custGeom>
            <a:avLst/>
            <a:gdLst/>
            <a:ahLst/>
            <a:cxnLst/>
            <a:rect l="l" t="t" r="r" b="b"/>
            <a:pathLst>
              <a:path w="993140" h="489584" fill="norm" stroke="1" extrusionOk="0">
                <a:moveTo>
                  <a:pt x="992631" y="0"/>
                </a:moveTo>
                <a:lnTo>
                  <a:pt x="0" y="489525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63377783" name="bg object 25"/>
          <p:cNvSpPr/>
          <p:nvPr/>
        </p:nvSpPr>
        <p:spPr bwMode="auto">
          <a:xfrm>
            <a:off x="7828661" y="215137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70" fill="norm" stroke="1" extrusionOk="0">
                <a:moveTo>
                  <a:pt x="286512" y="0"/>
                </a:moveTo>
                <a:lnTo>
                  <a:pt x="240036" y="3745"/>
                </a:lnTo>
                <a:lnTo>
                  <a:pt x="195949" y="14588"/>
                </a:lnTo>
                <a:lnTo>
                  <a:pt x="154840" y="31937"/>
                </a:lnTo>
                <a:lnTo>
                  <a:pt x="117299" y="55201"/>
                </a:lnTo>
                <a:lnTo>
                  <a:pt x="83915" y="83788"/>
                </a:lnTo>
                <a:lnTo>
                  <a:pt x="55278" y="117107"/>
                </a:lnTo>
                <a:lnTo>
                  <a:pt x="31978" y="154566"/>
                </a:lnTo>
                <a:lnTo>
                  <a:pt x="14606" y="195575"/>
                </a:lnTo>
                <a:lnTo>
                  <a:pt x="3749" y="239543"/>
                </a:lnTo>
                <a:lnTo>
                  <a:pt x="0" y="285876"/>
                </a:lnTo>
                <a:lnTo>
                  <a:pt x="3749" y="332348"/>
                </a:lnTo>
                <a:lnTo>
                  <a:pt x="14606" y="376425"/>
                </a:lnTo>
                <a:lnTo>
                  <a:pt x="31978" y="417520"/>
                </a:lnTo>
                <a:lnTo>
                  <a:pt x="55278" y="455045"/>
                </a:lnTo>
                <a:lnTo>
                  <a:pt x="83915" y="488410"/>
                </a:lnTo>
                <a:lnTo>
                  <a:pt x="117299" y="517028"/>
                </a:lnTo>
                <a:lnTo>
                  <a:pt x="154840" y="540310"/>
                </a:lnTo>
                <a:lnTo>
                  <a:pt x="195949" y="557669"/>
                </a:lnTo>
                <a:lnTo>
                  <a:pt x="240036" y="568515"/>
                </a:lnTo>
                <a:lnTo>
                  <a:pt x="286512" y="572262"/>
                </a:lnTo>
                <a:lnTo>
                  <a:pt x="332983" y="568515"/>
                </a:lnTo>
                <a:lnTo>
                  <a:pt x="377060" y="557669"/>
                </a:lnTo>
                <a:lnTo>
                  <a:pt x="418155" y="540310"/>
                </a:lnTo>
                <a:lnTo>
                  <a:pt x="455680" y="517028"/>
                </a:lnTo>
                <a:lnTo>
                  <a:pt x="489045" y="488410"/>
                </a:lnTo>
                <a:lnTo>
                  <a:pt x="517663" y="455045"/>
                </a:lnTo>
                <a:lnTo>
                  <a:pt x="540945" y="417520"/>
                </a:lnTo>
                <a:lnTo>
                  <a:pt x="558304" y="376425"/>
                </a:lnTo>
                <a:lnTo>
                  <a:pt x="569150" y="332348"/>
                </a:lnTo>
                <a:lnTo>
                  <a:pt x="572897" y="285876"/>
                </a:lnTo>
                <a:lnTo>
                  <a:pt x="569150" y="239543"/>
                </a:lnTo>
                <a:lnTo>
                  <a:pt x="558304" y="195575"/>
                </a:lnTo>
                <a:lnTo>
                  <a:pt x="540945" y="154566"/>
                </a:lnTo>
                <a:lnTo>
                  <a:pt x="517663" y="117107"/>
                </a:lnTo>
                <a:lnTo>
                  <a:pt x="489045" y="83788"/>
                </a:lnTo>
                <a:lnTo>
                  <a:pt x="455680" y="55201"/>
                </a:lnTo>
                <a:lnTo>
                  <a:pt x="418155" y="31937"/>
                </a:lnTo>
                <a:lnTo>
                  <a:pt x="377060" y="14588"/>
                </a:lnTo>
                <a:lnTo>
                  <a:pt x="332983" y="3745"/>
                </a:lnTo>
                <a:lnTo>
                  <a:pt x="28651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677316503" name="bg object 26"/>
          <p:cNvSpPr/>
          <p:nvPr/>
        </p:nvSpPr>
        <p:spPr bwMode="auto">
          <a:xfrm>
            <a:off x="7824216" y="210185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5" fill="norm" stroke="1" extrusionOk="0">
                <a:moveTo>
                  <a:pt x="290956" y="0"/>
                </a:moveTo>
                <a:lnTo>
                  <a:pt x="243801" y="3808"/>
                </a:lnTo>
                <a:lnTo>
                  <a:pt x="199054" y="14835"/>
                </a:lnTo>
                <a:lnTo>
                  <a:pt x="157317" y="32479"/>
                </a:lnTo>
                <a:lnTo>
                  <a:pt x="119192" y="56140"/>
                </a:lnTo>
                <a:lnTo>
                  <a:pt x="85280" y="85216"/>
                </a:lnTo>
                <a:lnTo>
                  <a:pt x="56184" y="119109"/>
                </a:lnTo>
                <a:lnTo>
                  <a:pt x="32506" y="157217"/>
                </a:lnTo>
                <a:lnTo>
                  <a:pt x="14848" y="198940"/>
                </a:lnTo>
                <a:lnTo>
                  <a:pt x="3812" y="243678"/>
                </a:lnTo>
                <a:lnTo>
                  <a:pt x="0" y="290829"/>
                </a:lnTo>
                <a:lnTo>
                  <a:pt x="3812" y="338122"/>
                </a:lnTo>
                <a:lnTo>
                  <a:pt x="14848" y="382980"/>
                </a:lnTo>
                <a:lnTo>
                  <a:pt x="32506" y="424803"/>
                </a:lnTo>
                <a:lnTo>
                  <a:pt x="56184" y="462993"/>
                </a:lnTo>
                <a:lnTo>
                  <a:pt x="85280" y="496950"/>
                </a:lnTo>
                <a:lnTo>
                  <a:pt x="119192" y="526077"/>
                </a:lnTo>
                <a:lnTo>
                  <a:pt x="157317" y="549774"/>
                </a:lnTo>
                <a:lnTo>
                  <a:pt x="199054" y="567442"/>
                </a:lnTo>
                <a:lnTo>
                  <a:pt x="243801" y="578481"/>
                </a:lnTo>
                <a:lnTo>
                  <a:pt x="290956" y="582294"/>
                </a:lnTo>
                <a:lnTo>
                  <a:pt x="338077" y="578481"/>
                </a:lnTo>
                <a:lnTo>
                  <a:pt x="361215" y="572769"/>
                </a:lnTo>
                <a:lnTo>
                  <a:pt x="290956" y="572769"/>
                </a:lnTo>
                <a:lnTo>
                  <a:pt x="234100" y="567017"/>
                </a:lnTo>
                <a:lnTo>
                  <a:pt x="181197" y="550560"/>
                </a:lnTo>
                <a:lnTo>
                  <a:pt x="133294" y="524603"/>
                </a:lnTo>
                <a:lnTo>
                  <a:pt x="91439" y="490347"/>
                </a:lnTo>
                <a:lnTo>
                  <a:pt x="57183" y="448492"/>
                </a:lnTo>
                <a:lnTo>
                  <a:pt x="31226" y="400589"/>
                </a:lnTo>
                <a:lnTo>
                  <a:pt x="14769" y="347686"/>
                </a:lnTo>
                <a:lnTo>
                  <a:pt x="9016" y="290829"/>
                </a:lnTo>
                <a:lnTo>
                  <a:pt x="14769" y="234197"/>
                </a:lnTo>
                <a:lnTo>
                  <a:pt x="31226" y="181340"/>
                </a:lnTo>
                <a:lnTo>
                  <a:pt x="57183" y="133506"/>
                </a:lnTo>
                <a:lnTo>
                  <a:pt x="91439" y="91948"/>
                </a:lnTo>
                <a:lnTo>
                  <a:pt x="133294" y="57404"/>
                </a:lnTo>
                <a:lnTo>
                  <a:pt x="181197" y="31432"/>
                </a:lnTo>
                <a:lnTo>
                  <a:pt x="234100" y="15081"/>
                </a:lnTo>
                <a:lnTo>
                  <a:pt x="290956" y="9398"/>
                </a:lnTo>
                <a:lnTo>
                  <a:pt x="360744" y="9398"/>
                </a:lnTo>
                <a:lnTo>
                  <a:pt x="338077" y="3808"/>
                </a:lnTo>
                <a:lnTo>
                  <a:pt x="290956" y="0"/>
                </a:lnTo>
                <a:close/>
              </a:path>
              <a:path w="582295" h="582295" fill="norm" stroke="1" extrusionOk="0">
                <a:moveTo>
                  <a:pt x="360744" y="9398"/>
                </a:moveTo>
                <a:lnTo>
                  <a:pt x="290956" y="9398"/>
                </a:lnTo>
                <a:lnTo>
                  <a:pt x="347803" y="15081"/>
                </a:lnTo>
                <a:lnTo>
                  <a:pt x="400637" y="31432"/>
                </a:lnTo>
                <a:lnTo>
                  <a:pt x="448351" y="57404"/>
                </a:lnTo>
                <a:lnTo>
                  <a:pt x="489838" y="91948"/>
                </a:lnTo>
                <a:lnTo>
                  <a:pt x="524382" y="133506"/>
                </a:lnTo>
                <a:lnTo>
                  <a:pt x="550354" y="181340"/>
                </a:lnTo>
                <a:lnTo>
                  <a:pt x="566705" y="234197"/>
                </a:lnTo>
                <a:lnTo>
                  <a:pt x="572388" y="290829"/>
                </a:lnTo>
                <a:lnTo>
                  <a:pt x="566705" y="347686"/>
                </a:lnTo>
                <a:lnTo>
                  <a:pt x="550354" y="400589"/>
                </a:lnTo>
                <a:lnTo>
                  <a:pt x="524382" y="448492"/>
                </a:lnTo>
                <a:lnTo>
                  <a:pt x="489838" y="490347"/>
                </a:lnTo>
                <a:lnTo>
                  <a:pt x="448351" y="524603"/>
                </a:lnTo>
                <a:lnTo>
                  <a:pt x="400637" y="550560"/>
                </a:lnTo>
                <a:lnTo>
                  <a:pt x="347803" y="567017"/>
                </a:lnTo>
                <a:lnTo>
                  <a:pt x="290956" y="572769"/>
                </a:lnTo>
                <a:lnTo>
                  <a:pt x="361215" y="572769"/>
                </a:lnTo>
                <a:lnTo>
                  <a:pt x="424513" y="549774"/>
                </a:lnTo>
                <a:lnTo>
                  <a:pt x="462622" y="526077"/>
                </a:lnTo>
                <a:lnTo>
                  <a:pt x="496522" y="496950"/>
                </a:lnTo>
                <a:lnTo>
                  <a:pt x="525610" y="462993"/>
                </a:lnTo>
                <a:lnTo>
                  <a:pt x="549283" y="424803"/>
                </a:lnTo>
                <a:lnTo>
                  <a:pt x="566939" y="382980"/>
                </a:lnTo>
                <a:lnTo>
                  <a:pt x="577974" y="338122"/>
                </a:lnTo>
                <a:lnTo>
                  <a:pt x="581786" y="290829"/>
                </a:lnTo>
                <a:lnTo>
                  <a:pt x="577974" y="243678"/>
                </a:lnTo>
                <a:lnTo>
                  <a:pt x="566939" y="198940"/>
                </a:lnTo>
                <a:lnTo>
                  <a:pt x="549283" y="157217"/>
                </a:lnTo>
                <a:lnTo>
                  <a:pt x="525610" y="119109"/>
                </a:lnTo>
                <a:lnTo>
                  <a:pt x="496522" y="85216"/>
                </a:lnTo>
                <a:lnTo>
                  <a:pt x="462622" y="56140"/>
                </a:lnTo>
                <a:lnTo>
                  <a:pt x="424513" y="32479"/>
                </a:lnTo>
                <a:lnTo>
                  <a:pt x="382797" y="14835"/>
                </a:lnTo>
                <a:lnTo>
                  <a:pt x="360744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83786712" name="bg object 27"/>
          <p:cNvSpPr/>
          <p:nvPr/>
        </p:nvSpPr>
        <p:spPr bwMode="auto">
          <a:xfrm>
            <a:off x="7901178" y="287528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7"/>
                </a:lnTo>
                <a:lnTo>
                  <a:pt x="119918" y="21663"/>
                </a:lnTo>
                <a:lnTo>
                  <a:pt x="80184" y="46836"/>
                </a:lnTo>
                <a:lnTo>
                  <a:pt x="47036" y="79875"/>
                </a:lnTo>
                <a:lnTo>
                  <a:pt x="21764" y="119511"/>
                </a:lnTo>
                <a:lnTo>
                  <a:pt x="5655" y="164472"/>
                </a:lnTo>
                <a:lnTo>
                  <a:pt x="0" y="213487"/>
                </a:lnTo>
                <a:lnTo>
                  <a:pt x="5655" y="262530"/>
                </a:lnTo>
                <a:lnTo>
                  <a:pt x="21764" y="307563"/>
                </a:lnTo>
                <a:lnTo>
                  <a:pt x="47036" y="347297"/>
                </a:lnTo>
                <a:lnTo>
                  <a:pt x="80184" y="380445"/>
                </a:lnTo>
                <a:lnTo>
                  <a:pt x="119918" y="405717"/>
                </a:lnTo>
                <a:lnTo>
                  <a:pt x="164951" y="421826"/>
                </a:lnTo>
                <a:lnTo>
                  <a:pt x="213995" y="427482"/>
                </a:lnTo>
                <a:lnTo>
                  <a:pt x="263038" y="421826"/>
                </a:lnTo>
                <a:lnTo>
                  <a:pt x="308071" y="405717"/>
                </a:lnTo>
                <a:lnTo>
                  <a:pt x="347805" y="380445"/>
                </a:lnTo>
                <a:lnTo>
                  <a:pt x="380953" y="347297"/>
                </a:lnTo>
                <a:lnTo>
                  <a:pt x="406225" y="307563"/>
                </a:lnTo>
                <a:lnTo>
                  <a:pt x="422334" y="262530"/>
                </a:lnTo>
                <a:lnTo>
                  <a:pt x="427990" y="213487"/>
                </a:lnTo>
                <a:lnTo>
                  <a:pt x="422334" y="164472"/>
                </a:lnTo>
                <a:lnTo>
                  <a:pt x="406225" y="119511"/>
                </a:lnTo>
                <a:lnTo>
                  <a:pt x="380953" y="79875"/>
                </a:lnTo>
                <a:lnTo>
                  <a:pt x="347805" y="46836"/>
                </a:lnTo>
                <a:lnTo>
                  <a:pt x="308071" y="21663"/>
                </a:lnTo>
                <a:lnTo>
                  <a:pt x="263038" y="5627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549035538" name="bg object 28"/>
          <p:cNvSpPr/>
          <p:nvPr/>
        </p:nvSpPr>
        <p:spPr bwMode="auto">
          <a:xfrm>
            <a:off x="7896733" y="282575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40" y="0"/>
                </a:moveTo>
                <a:lnTo>
                  <a:pt x="168270" y="5782"/>
                </a:lnTo>
                <a:lnTo>
                  <a:pt x="122260" y="22245"/>
                </a:lnTo>
                <a:lnTo>
                  <a:pt x="81706" y="48065"/>
                </a:lnTo>
                <a:lnTo>
                  <a:pt x="47906" y="81919"/>
                </a:lnTo>
                <a:lnTo>
                  <a:pt x="22156" y="122482"/>
                </a:lnTo>
                <a:lnTo>
                  <a:pt x="5755" y="168430"/>
                </a:lnTo>
                <a:lnTo>
                  <a:pt x="0" y="218439"/>
                </a:lnTo>
                <a:lnTo>
                  <a:pt x="5755" y="268637"/>
                </a:lnTo>
                <a:lnTo>
                  <a:pt x="22156" y="314720"/>
                </a:lnTo>
                <a:lnTo>
                  <a:pt x="47906" y="355373"/>
                </a:lnTo>
                <a:lnTo>
                  <a:pt x="81706" y="389282"/>
                </a:lnTo>
                <a:lnTo>
                  <a:pt x="122260" y="415130"/>
                </a:lnTo>
                <a:lnTo>
                  <a:pt x="168270" y="431604"/>
                </a:lnTo>
                <a:lnTo>
                  <a:pt x="218440" y="437388"/>
                </a:lnTo>
                <a:lnTo>
                  <a:pt x="268449" y="431604"/>
                </a:lnTo>
                <a:lnTo>
                  <a:pt x="278530" y="427989"/>
                </a:lnTo>
                <a:lnTo>
                  <a:pt x="218440" y="427989"/>
                </a:lnTo>
                <a:lnTo>
                  <a:pt x="176119" y="423727"/>
                </a:lnTo>
                <a:lnTo>
                  <a:pt x="136763" y="411511"/>
                </a:lnTo>
                <a:lnTo>
                  <a:pt x="101193" y="392199"/>
                </a:lnTo>
                <a:lnTo>
                  <a:pt x="70231" y="366649"/>
                </a:lnTo>
                <a:lnTo>
                  <a:pt x="44626" y="335668"/>
                </a:lnTo>
                <a:lnTo>
                  <a:pt x="25320" y="300069"/>
                </a:lnTo>
                <a:lnTo>
                  <a:pt x="13134" y="260707"/>
                </a:lnTo>
                <a:lnTo>
                  <a:pt x="8890" y="218439"/>
                </a:lnTo>
                <a:lnTo>
                  <a:pt x="13134" y="176484"/>
                </a:lnTo>
                <a:lnTo>
                  <a:pt x="25320" y="137302"/>
                </a:lnTo>
                <a:lnTo>
                  <a:pt x="44626" y="101764"/>
                </a:lnTo>
                <a:lnTo>
                  <a:pt x="70231" y="70738"/>
                </a:lnTo>
                <a:lnTo>
                  <a:pt x="101193" y="45188"/>
                </a:lnTo>
                <a:lnTo>
                  <a:pt x="136763" y="25876"/>
                </a:lnTo>
                <a:lnTo>
                  <a:pt x="176119" y="13660"/>
                </a:lnTo>
                <a:lnTo>
                  <a:pt x="218440" y="9398"/>
                </a:lnTo>
                <a:lnTo>
                  <a:pt x="278541" y="9398"/>
                </a:lnTo>
                <a:lnTo>
                  <a:pt x="268449" y="5782"/>
                </a:lnTo>
                <a:lnTo>
                  <a:pt x="218440" y="0"/>
                </a:lnTo>
                <a:close/>
              </a:path>
              <a:path w="436879" h="437515" fill="norm" stroke="1" extrusionOk="0">
                <a:moveTo>
                  <a:pt x="278541" y="9398"/>
                </a:moveTo>
                <a:lnTo>
                  <a:pt x="218440" y="9398"/>
                </a:lnTo>
                <a:lnTo>
                  <a:pt x="260609" y="13660"/>
                </a:lnTo>
                <a:lnTo>
                  <a:pt x="299767" y="25876"/>
                </a:lnTo>
                <a:lnTo>
                  <a:pt x="335186" y="45188"/>
                </a:lnTo>
                <a:lnTo>
                  <a:pt x="366141" y="70738"/>
                </a:lnTo>
                <a:lnTo>
                  <a:pt x="391671" y="101764"/>
                </a:lnTo>
                <a:lnTo>
                  <a:pt x="410940" y="137302"/>
                </a:lnTo>
                <a:lnTo>
                  <a:pt x="423112" y="176484"/>
                </a:lnTo>
                <a:lnTo>
                  <a:pt x="427355" y="218439"/>
                </a:lnTo>
                <a:lnTo>
                  <a:pt x="423112" y="260707"/>
                </a:lnTo>
                <a:lnTo>
                  <a:pt x="410940" y="300069"/>
                </a:lnTo>
                <a:lnTo>
                  <a:pt x="391671" y="335668"/>
                </a:lnTo>
                <a:lnTo>
                  <a:pt x="366141" y="366649"/>
                </a:lnTo>
                <a:lnTo>
                  <a:pt x="335186" y="392199"/>
                </a:lnTo>
                <a:lnTo>
                  <a:pt x="299767" y="411511"/>
                </a:lnTo>
                <a:lnTo>
                  <a:pt x="260609" y="423727"/>
                </a:lnTo>
                <a:lnTo>
                  <a:pt x="218440" y="427989"/>
                </a:lnTo>
                <a:lnTo>
                  <a:pt x="278530" y="427989"/>
                </a:lnTo>
                <a:lnTo>
                  <a:pt x="314397" y="415130"/>
                </a:lnTo>
                <a:lnTo>
                  <a:pt x="354960" y="389282"/>
                </a:lnTo>
                <a:lnTo>
                  <a:pt x="388814" y="355373"/>
                </a:lnTo>
                <a:lnTo>
                  <a:pt x="414634" y="314720"/>
                </a:lnTo>
                <a:lnTo>
                  <a:pt x="431097" y="268637"/>
                </a:lnTo>
                <a:lnTo>
                  <a:pt x="436880" y="218439"/>
                </a:lnTo>
                <a:lnTo>
                  <a:pt x="431097" y="168430"/>
                </a:lnTo>
                <a:lnTo>
                  <a:pt x="414634" y="122482"/>
                </a:lnTo>
                <a:lnTo>
                  <a:pt x="388814" y="81919"/>
                </a:lnTo>
                <a:lnTo>
                  <a:pt x="354960" y="48065"/>
                </a:lnTo>
                <a:lnTo>
                  <a:pt x="314397" y="22245"/>
                </a:lnTo>
                <a:lnTo>
                  <a:pt x="278541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075424014" name="bg object 29"/>
          <p:cNvSpPr/>
          <p:nvPr/>
        </p:nvSpPr>
        <p:spPr bwMode="auto">
          <a:xfrm>
            <a:off x="7979791" y="366141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6"/>
                </a:lnTo>
                <a:lnTo>
                  <a:pt x="55467" y="26115"/>
                </a:lnTo>
                <a:lnTo>
                  <a:pt x="26147" y="55357"/>
                </a:lnTo>
                <a:lnTo>
                  <a:pt x="6910" y="92366"/>
                </a:lnTo>
                <a:lnTo>
                  <a:pt x="0" y="134874"/>
                </a:lnTo>
                <a:lnTo>
                  <a:pt x="6910" y="177629"/>
                </a:lnTo>
                <a:lnTo>
                  <a:pt x="26147" y="214788"/>
                </a:lnTo>
                <a:lnTo>
                  <a:pt x="55467" y="244108"/>
                </a:lnTo>
                <a:lnTo>
                  <a:pt x="92626" y="263345"/>
                </a:lnTo>
                <a:lnTo>
                  <a:pt x="135381" y="270256"/>
                </a:lnTo>
                <a:lnTo>
                  <a:pt x="178084" y="263345"/>
                </a:lnTo>
                <a:lnTo>
                  <a:pt x="215117" y="244108"/>
                </a:lnTo>
                <a:lnTo>
                  <a:pt x="244287" y="214788"/>
                </a:lnTo>
                <a:lnTo>
                  <a:pt x="263398" y="177629"/>
                </a:lnTo>
                <a:lnTo>
                  <a:pt x="270255" y="134874"/>
                </a:lnTo>
                <a:lnTo>
                  <a:pt x="263398" y="92366"/>
                </a:lnTo>
                <a:lnTo>
                  <a:pt x="244287" y="55357"/>
                </a:lnTo>
                <a:lnTo>
                  <a:pt x="215117" y="26115"/>
                </a:lnTo>
                <a:lnTo>
                  <a:pt x="178084" y="6906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07860884" name="bg object 30"/>
          <p:cNvSpPr/>
          <p:nvPr/>
        </p:nvSpPr>
        <p:spPr bwMode="auto">
          <a:xfrm>
            <a:off x="7975346" y="361696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100"/>
                </a:lnTo>
                <a:lnTo>
                  <a:pt x="57140" y="26875"/>
                </a:lnTo>
                <a:lnTo>
                  <a:pt x="26907" y="57031"/>
                </a:lnTo>
                <a:lnTo>
                  <a:pt x="7104" y="95276"/>
                </a:lnTo>
                <a:lnTo>
                  <a:pt x="0" y="139318"/>
                </a:lnTo>
                <a:lnTo>
                  <a:pt x="7104" y="183609"/>
                </a:lnTo>
                <a:lnTo>
                  <a:pt x="26907" y="222005"/>
                </a:lnTo>
                <a:lnTo>
                  <a:pt x="57140" y="252238"/>
                </a:lnTo>
                <a:lnTo>
                  <a:pt x="95536" y="272041"/>
                </a:lnTo>
                <a:lnTo>
                  <a:pt x="139826" y="279145"/>
                </a:lnTo>
                <a:lnTo>
                  <a:pt x="183873" y="272041"/>
                </a:lnTo>
                <a:lnTo>
                  <a:pt x="188316" y="269748"/>
                </a:lnTo>
                <a:lnTo>
                  <a:pt x="139826" y="269748"/>
                </a:lnTo>
                <a:lnTo>
                  <a:pt x="113466" y="267118"/>
                </a:lnTo>
                <a:lnTo>
                  <a:pt x="66746" y="247620"/>
                </a:lnTo>
                <a:lnTo>
                  <a:pt x="31472" y="212560"/>
                </a:lnTo>
                <a:lnTo>
                  <a:pt x="12025" y="165748"/>
                </a:lnTo>
                <a:lnTo>
                  <a:pt x="9398" y="139318"/>
                </a:lnTo>
                <a:lnTo>
                  <a:pt x="12025" y="113182"/>
                </a:lnTo>
                <a:lnTo>
                  <a:pt x="31472" y="66577"/>
                </a:lnTo>
                <a:lnTo>
                  <a:pt x="66746" y="31232"/>
                </a:lnTo>
                <a:lnTo>
                  <a:pt x="113466" y="11527"/>
                </a:lnTo>
                <a:lnTo>
                  <a:pt x="139826" y="8889"/>
                </a:lnTo>
                <a:lnTo>
                  <a:pt x="187344" y="8889"/>
                </a:lnTo>
                <a:lnTo>
                  <a:pt x="183873" y="7100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4" y="8889"/>
                </a:moveTo>
                <a:lnTo>
                  <a:pt x="139826" y="8889"/>
                </a:lnTo>
                <a:lnTo>
                  <a:pt x="166159" y="11527"/>
                </a:lnTo>
                <a:lnTo>
                  <a:pt x="190563" y="19129"/>
                </a:lnTo>
                <a:lnTo>
                  <a:pt x="231775" y="47370"/>
                </a:lnTo>
                <a:lnTo>
                  <a:pt x="259953" y="88725"/>
                </a:lnTo>
                <a:lnTo>
                  <a:pt x="270128" y="139318"/>
                </a:lnTo>
                <a:lnTo>
                  <a:pt x="267511" y="165748"/>
                </a:lnTo>
                <a:lnTo>
                  <a:pt x="247894" y="212560"/>
                </a:lnTo>
                <a:lnTo>
                  <a:pt x="212586" y="247620"/>
                </a:lnTo>
                <a:lnTo>
                  <a:pt x="166159" y="267118"/>
                </a:lnTo>
                <a:lnTo>
                  <a:pt x="139826" y="269748"/>
                </a:lnTo>
                <a:lnTo>
                  <a:pt x="188316" y="269748"/>
                </a:lnTo>
                <a:lnTo>
                  <a:pt x="222238" y="252238"/>
                </a:lnTo>
                <a:lnTo>
                  <a:pt x="252563" y="222005"/>
                </a:lnTo>
                <a:lnTo>
                  <a:pt x="272488" y="183609"/>
                </a:lnTo>
                <a:lnTo>
                  <a:pt x="279653" y="139318"/>
                </a:lnTo>
                <a:lnTo>
                  <a:pt x="272488" y="95276"/>
                </a:lnTo>
                <a:lnTo>
                  <a:pt x="252563" y="57031"/>
                </a:lnTo>
                <a:lnTo>
                  <a:pt x="222238" y="26875"/>
                </a:lnTo>
                <a:lnTo>
                  <a:pt x="187344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70805948" name="bg object 31"/>
          <p:cNvSpPr/>
          <p:nvPr/>
        </p:nvSpPr>
        <p:spPr bwMode="auto">
          <a:xfrm>
            <a:off x="8703182" y="112255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477" y="0"/>
                </a:moveTo>
                <a:lnTo>
                  <a:pt x="96576" y="7174"/>
                </a:lnTo>
                <a:lnTo>
                  <a:pt x="57716" y="27163"/>
                </a:lnTo>
                <a:lnTo>
                  <a:pt x="27159" y="57662"/>
                </a:lnTo>
                <a:lnTo>
                  <a:pt x="7166" y="96365"/>
                </a:lnTo>
                <a:lnTo>
                  <a:pt x="0" y="140970"/>
                </a:lnTo>
                <a:lnTo>
                  <a:pt x="7166" y="185822"/>
                </a:lnTo>
                <a:lnTo>
                  <a:pt x="27159" y="224676"/>
                </a:lnTo>
                <a:lnTo>
                  <a:pt x="57716" y="255251"/>
                </a:lnTo>
                <a:lnTo>
                  <a:pt x="96576" y="275268"/>
                </a:lnTo>
                <a:lnTo>
                  <a:pt x="141477" y="282448"/>
                </a:lnTo>
                <a:lnTo>
                  <a:pt x="186082" y="275268"/>
                </a:lnTo>
                <a:lnTo>
                  <a:pt x="224785" y="255251"/>
                </a:lnTo>
                <a:lnTo>
                  <a:pt x="255284" y="224676"/>
                </a:lnTo>
                <a:lnTo>
                  <a:pt x="275273" y="185822"/>
                </a:lnTo>
                <a:lnTo>
                  <a:pt x="282448" y="140970"/>
                </a:lnTo>
                <a:lnTo>
                  <a:pt x="275273" y="96365"/>
                </a:lnTo>
                <a:lnTo>
                  <a:pt x="255284" y="57662"/>
                </a:lnTo>
                <a:lnTo>
                  <a:pt x="224785" y="27163"/>
                </a:lnTo>
                <a:lnTo>
                  <a:pt x="186082" y="7174"/>
                </a:lnTo>
                <a:lnTo>
                  <a:pt x="14147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3299441" name="bg object 32"/>
          <p:cNvSpPr/>
          <p:nvPr/>
        </p:nvSpPr>
        <p:spPr bwMode="auto">
          <a:xfrm>
            <a:off x="8698610" y="1117472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99844" y="7483"/>
                </a:lnTo>
                <a:lnTo>
                  <a:pt x="59746" y="28293"/>
                </a:lnTo>
                <a:lnTo>
                  <a:pt x="28147" y="59966"/>
                </a:lnTo>
                <a:lnTo>
                  <a:pt x="7435" y="100039"/>
                </a:lnTo>
                <a:lnTo>
                  <a:pt x="0" y="146050"/>
                </a:lnTo>
                <a:lnTo>
                  <a:pt x="7435" y="192308"/>
                </a:lnTo>
                <a:lnTo>
                  <a:pt x="28147" y="232531"/>
                </a:lnTo>
                <a:lnTo>
                  <a:pt x="59746" y="264281"/>
                </a:lnTo>
                <a:lnTo>
                  <a:pt x="99844" y="285120"/>
                </a:lnTo>
                <a:lnTo>
                  <a:pt x="146050" y="292607"/>
                </a:lnTo>
                <a:lnTo>
                  <a:pt x="192060" y="285120"/>
                </a:lnTo>
                <a:lnTo>
                  <a:pt x="195978" y="283082"/>
                </a:lnTo>
                <a:lnTo>
                  <a:pt x="146050" y="283082"/>
                </a:lnTo>
                <a:lnTo>
                  <a:pt x="118461" y="280259"/>
                </a:lnTo>
                <a:lnTo>
                  <a:pt x="69522" y="259562"/>
                </a:lnTo>
                <a:lnTo>
                  <a:pt x="32484" y="222791"/>
                </a:lnTo>
                <a:lnTo>
                  <a:pt x="11822" y="173710"/>
                </a:lnTo>
                <a:lnTo>
                  <a:pt x="9017" y="146050"/>
                </a:lnTo>
                <a:lnTo>
                  <a:pt x="11822" y="118683"/>
                </a:lnTo>
                <a:lnTo>
                  <a:pt x="32484" y="69808"/>
                </a:lnTo>
                <a:lnTo>
                  <a:pt x="69522" y="32777"/>
                </a:lnTo>
                <a:lnTo>
                  <a:pt x="118461" y="12259"/>
                </a:lnTo>
                <a:lnTo>
                  <a:pt x="146050" y="9525"/>
                </a:lnTo>
                <a:lnTo>
                  <a:pt x="195991" y="9525"/>
                </a:lnTo>
                <a:lnTo>
                  <a:pt x="192060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5991" y="9525"/>
                </a:moveTo>
                <a:lnTo>
                  <a:pt x="146050" y="9525"/>
                </a:lnTo>
                <a:lnTo>
                  <a:pt x="173416" y="12259"/>
                </a:lnTo>
                <a:lnTo>
                  <a:pt x="199056" y="20161"/>
                </a:lnTo>
                <a:lnTo>
                  <a:pt x="242443" y="49656"/>
                </a:lnTo>
                <a:lnTo>
                  <a:pt x="271938" y="93043"/>
                </a:lnTo>
                <a:lnTo>
                  <a:pt x="282575" y="146050"/>
                </a:lnTo>
                <a:lnTo>
                  <a:pt x="279840" y="173710"/>
                </a:lnTo>
                <a:lnTo>
                  <a:pt x="259322" y="222791"/>
                </a:lnTo>
                <a:lnTo>
                  <a:pt x="222291" y="259562"/>
                </a:lnTo>
                <a:lnTo>
                  <a:pt x="173416" y="280259"/>
                </a:lnTo>
                <a:lnTo>
                  <a:pt x="146050" y="283082"/>
                </a:lnTo>
                <a:lnTo>
                  <a:pt x="195978" y="283082"/>
                </a:lnTo>
                <a:lnTo>
                  <a:pt x="232133" y="264281"/>
                </a:lnTo>
                <a:lnTo>
                  <a:pt x="263806" y="232531"/>
                </a:lnTo>
                <a:lnTo>
                  <a:pt x="284616" y="192308"/>
                </a:lnTo>
                <a:lnTo>
                  <a:pt x="292100" y="146050"/>
                </a:lnTo>
                <a:lnTo>
                  <a:pt x="284616" y="100039"/>
                </a:lnTo>
                <a:lnTo>
                  <a:pt x="263806" y="59966"/>
                </a:lnTo>
                <a:lnTo>
                  <a:pt x="232133" y="28293"/>
                </a:lnTo>
                <a:lnTo>
                  <a:pt x="195991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799361911" name="bg object 33"/>
          <p:cNvPicPr/>
          <p:nvPr/>
        </p:nvPicPr>
        <p:blipFill rotWithShape="1">
          <a:blip r:embed="rId4"/>
          <a:stretch/>
        </p:blipFill>
        <p:spPr bwMode="auto">
          <a:xfrm>
            <a:off x="8760586" y="1179956"/>
            <a:ext cx="167640" cy="167639"/>
          </a:xfrm>
          <a:prstGeom prst="rect">
            <a:avLst/>
          </a:prstGeom>
        </p:spPr>
      </p:pic>
      <p:pic>
        <p:nvPicPr>
          <p:cNvPr id="1999859638" name="bg object 34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sp>
        <p:nvSpPr>
          <p:cNvPr id="1538253427" name="bg object 35"/>
          <p:cNvSpPr/>
          <p:nvPr/>
        </p:nvSpPr>
        <p:spPr bwMode="auto">
          <a:xfrm>
            <a:off x="0" y="4738331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 h="0" fill="norm" stroke="1" extrusionOk="0">
                <a:moveTo>
                  <a:pt x="0" y="0"/>
                </a:moveTo>
                <a:lnTo>
                  <a:pt x="9144000" y="0"/>
                </a:lnTo>
              </a:path>
            </a:pathLst>
          </a:custGeom>
          <a:ln w="9525">
            <a:solidFill>
              <a:srgbClr val="01ABA9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64110481" name="bg object 36"/>
          <p:cNvSpPr/>
          <p:nvPr/>
        </p:nvSpPr>
        <p:spPr bwMode="auto">
          <a:xfrm>
            <a:off x="8157908" y="4738331"/>
            <a:ext cx="9525" cy="405765"/>
          </a:xfrm>
          <a:custGeom>
            <a:avLst/>
            <a:gdLst/>
            <a:ahLst/>
            <a:cxnLst/>
            <a:rect l="l" t="t" r="r" b="b"/>
            <a:pathLst>
              <a:path w="9525" h="405764" fill="norm" stroke="1" extrusionOk="0">
                <a:moveTo>
                  <a:pt x="9525" y="0"/>
                </a:moveTo>
                <a:lnTo>
                  <a:pt x="0" y="0"/>
                </a:lnTo>
                <a:lnTo>
                  <a:pt x="0" y="405168"/>
                </a:lnTo>
                <a:lnTo>
                  <a:pt x="9525" y="405168"/>
                </a:lnTo>
                <a:lnTo>
                  <a:pt x="9525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45619241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1649768" name="Holder 3"/>
          <p:cNvSpPr>
            <a:spLocks noGrp="1"/>
          </p:cNvSpPr>
          <p:nvPr>
            <p:ph sz="half" idx="2"/>
          </p:nvPr>
        </p:nvSpPr>
        <p:spPr bwMode="auto"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119574204" name="Holder 4"/>
          <p:cNvSpPr>
            <a:spLocks noGrp="1"/>
          </p:cNvSpPr>
          <p:nvPr>
            <p:ph sz="half" idx="3"/>
          </p:nvPr>
        </p:nvSpPr>
        <p:spPr bwMode="auto"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25206172" name="Holder 5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24887168" name="Holder 6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761635864" name="Holder 7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047872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314473430" name="Holder 3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95736293" name="Holder 4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737451596" name="Holder 5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Blank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951864" name="bg object 16"/>
          <p:cNvSpPr/>
          <p:nvPr/>
        </p:nvSpPr>
        <p:spPr bwMode="auto">
          <a:xfrm>
            <a:off x="5827013" y="0"/>
            <a:ext cx="3314700" cy="1201420"/>
          </a:xfrm>
          <a:custGeom>
            <a:avLst/>
            <a:gdLst/>
            <a:ahLst/>
            <a:cxnLst/>
            <a:rect l="l" t="t" r="r" b="b"/>
            <a:pathLst>
              <a:path w="3314700" h="1201420" fill="norm" stroke="1" extrusionOk="0">
                <a:moveTo>
                  <a:pt x="1672589" y="451358"/>
                </a:moveTo>
                <a:lnTo>
                  <a:pt x="0" y="577341"/>
                </a:lnTo>
              </a:path>
              <a:path w="3314700" h="1201420" fill="norm" stroke="1" extrusionOk="0">
                <a:moveTo>
                  <a:pt x="2515362" y="1201292"/>
                </a:moveTo>
                <a:lnTo>
                  <a:pt x="1685925" y="457835"/>
                </a:lnTo>
              </a:path>
              <a:path w="3314700" h="1201420" fill="norm" stroke="1" extrusionOk="0">
                <a:moveTo>
                  <a:pt x="3314081" y="0"/>
                </a:moveTo>
                <a:lnTo>
                  <a:pt x="2521966" y="1181353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31981337" name="bg object 17"/>
          <p:cNvSpPr/>
          <p:nvPr/>
        </p:nvSpPr>
        <p:spPr bwMode="auto">
          <a:xfrm>
            <a:off x="8068690" y="892936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69" fill="norm" stroke="1" extrusionOk="0">
                <a:moveTo>
                  <a:pt x="286511" y="0"/>
                </a:moveTo>
                <a:lnTo>
                  <a:pt x="240036" y="3745"/>
                </a:lnTo>
                <a:lnTo>
                  <a:pt x="195949" y="14587"/>
                </a:lnTo>
                <a:lnTo>
                  <a:pt x="154840" y="31934"/>
                </a:lnTo>
                <a:lnTo>
                  <a:pt x="117299" y="55193"/>
                </a:lnTo>
                <a:lnTo>
                  <a:pt x="83915" y="83772"/>
                </a:lnTo>
                <a:lnTo>
                  <a:pt x="55278" y="117079"/>
                </a:lnTo>
                <a:lnTo>
                  <a:pt x="31978" y="154523"/>
                </a:lnTo>
                <a:lnTo>
                  <a:pt x="14606" y="195510"/>
                </a:lnTo>
                <a:lnTo>
                  <a:pt x="3749" y="239450"/>
                </a:lnTo>
                <a:lnTo>
                  <a:pt x="0" y="285750"/>
                </a:lnTo>
                <a:lnTo>
                  <a:pt x="3749" y="332256"/>
                </a:lnTo>
                <a:lnTo>
                  <a:pt x="14606" y="376360"/>
                </a:lnTo>
                <a:lnTo>
                  <a:pt x="31978" y="417477"/>
                </a:lnTo>
                <a:lnTo>
                  <a:pt x="55278" y="455017"/>
                </a:lnTo>
                <a:lnTo>
                  <a:pt x="83915" y="488394"/>
                </a:lnTo>
                <a:lnTo>
                  <a:pt x="117299" y="517020"/>
                </a:lnTo>
                <a:lnTo>
                  <a:pt x="154840" y="540307"/>
                </a:lnTo>
                <a:lnTo>
                  <a:pt x="195949" y="557668"/>
                </a:lnTo>
                <a:lnTo>
                  <a:pt x="240036" y="568515"/>
                </a:lnTo>
                <a:lnTo>
                  <a:pt x="286511" y="572262"/>
                </a:lnTo>
                <a:lnTo>
                  <a:pt x="332983" y="568515"/>
                </a:lnTo>
                <a:lnTo>
                  <a:pt x="377060" y="557668"/>
                </a:lnTo>
                <a:lnTo>
                  <a:pt x="418155" y="540307"/>
                </a:lnTo>
                <a:lnTo>
                  <a:pt x="455680" y="517020"/>
                </a:lnTo>
                <a:lnTo>
                  <a:pt x="489045" y="488394"/>
                </a:lnTo>
                <a:lnTo>
                  <a:pt x="517663" y="455017"/>
                </a:lnTo>
                <a:lnTo>
                  <a:pt x="540945" y="417477"/>
                </a:lnTo>
                <a:lnTo>
                  <a:pt x="558304" y="376360"/>
                </a:lnTo>
                <a:lnTo>
                  <a:pt x="569150" y="332256"/>
                </a:lnTo>
                <a:lnTo>
                  <a:pt x="572897" y="285750"/>
                </a:lnTo>
                <a:lnTo>
                  <a:pt x="569150" y="239450"/>
                </a:lnTo>
                <a:lnTo>
                  <a:pt x="558304" y="195510"/>
                </a:lnTo>
                <a:lnTo>
                  <a:pt x="540945" y="154523"/>
                </a:lnTo>
                <a:lnTo>
                  <a:pt x="517663" y="117079"/>
                </a:lnTo>
                <a:lnTo>
                  <a:pt x="489045" y="83772"/>
                </a:lnTo>
                <a:lnTo>
                  <a:pt x="455680" y="55193"/>
                </a:lnTo>
                <a:lnTo>
                  <a:pt x="418155" y="31934"/>
                </a:lnTo>
                <a:lnTo>
                  <a:pt x="377060" y="14587"/>
                </a:lnTo>
                <a:lnTo>
                  <a:pt x="332983" y="3745"/>
                </a:lnTo>
                <a:lnTo>
                  <a:pt x="28651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58678294" name="bg object 18"/>
          <p:cNvSpPr/>
          <p:nvPr/>
        </p:nvSpPr>
        <p:spPr bwMode="auto">
          <a:xfrm>
            <a:off x="8064245" y="887857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4" fill="norm" stroke="1" extrusionOk="0">
                <a:moveTo>
                  <a:pt x="290956" y="0"/>
                </a:moveTo>
                <a:lnTo>
                  <a:pt x="243801" y="3812"/>
                </a:lnTo>
                <a:lnTo>
                  <a:pt x="199054" y="14847"/>
                </a:lnTo>
                <a:lnTo>
                  <a:pt x="157317" y="32503"/>
                </a:lnTo>
                <a:lnTo>
                  <a:pt x="119192" y="56176"/>
                </a:lnTo>
                <a:lnTo>
                  <a:pt x="85280" y="85264"/>
                </a:lnTo>
                <a:lnTo>
                  <a:pt x="56184" y="119164"/>
                </a:lnTo>
                <a:lnTo>
                  <a:pt x="32506" y="157273"/>
                </a:lnTo>
                <a:lnTo>
                  <a:pt x="14848" y="198989"/>
                </a:lnTo>
                <a:lnTo>
                  <a:pt x="3812" y="243709"/>
                </a:lnTo>
                <a:lnTo>
                  <a:pt x="0" y="290829"/>
                </a:lnTo>
                <a:lnTo>
                  <a:pt x="3812" y="338153"/>
                </a:lnTo>
                <a:lnTo>
                  <a:pt x="14848" y="383028"/>
                </a:lnTo>
                <a:lnTo>
                  <a:pt x="32506" y="424859"/>
                </a:lnTo>
                <a:lnTo>
                  <a:pt x="56184" y="463048"/>
                </a:lnTo>
                <a:lnTo>
                  <a:pt x="85280" y="496998"/>
                </a:lnTo>
                <a:lnTo>
                  <a:pt x="119192" y="526114"/>
                </a:lnTo>
                <a:lnTo>
                  <a:pt x="157317" y="549798"/>
                </a:lnTo>
                <a:lnTo>
                  <a:pt x="199054" y="567454"/>
                </a:lnTo>
                <a:lnTo>
                  <a:pt x="243801" y="578485"/>
                </a:lnTo>
                <a:lnTo>
                  <a:pt x="290956" y="582294"/>
                </a:lnTo>
                <a:lnTo>
                  <a:pt x="338108" y="578485"/>
                </a:lnTo>
                <a:lnTo>
                  <a:pt x="360772" y="572896"/>
                </a:lnTo>
                <a:lnTo>
                  <a:pt x="290956" y="572896"/>
                </a:lnTo>
                <a:lnTo>
                  <a:pt x="234100" y="567142"/>
                </a:lnTo>
                <a:lnTo>
                  <a:pt x="181197" y="550671"/>
                </a:lnTo>
                <a:lnTo>
                  <a:pt x="133294" y="524676"/>
                </a:lnTo>
                <a:lnTo>
                  <a:pt x="91439" y="490346"/>
                </a:lnTo>
                <a:lnTo>
                  <a:pt x="57183" y="448563"/>
                </a:lnTo>
                <a:lnTo>
                  <a:pt x="31226" y="400685"/>
                </a:lnTo>
                <a:lnTo>
                  <a:pt x="14769" y="347757"/>
                </a:lnTo>
                <a:lnTo>
                  <a:pt x="9017" y="290829"/>
                </a:lnTo>
                <a:lnTo>
                  <a:pt x="14769" y="234251"/>
                </a:lnTo>
                <a:lnTo>
                  <a:pt x="31226" y="181387"/>
                </a:lnTo>
                <a:lnTo>
                  <a:pt x="57183" y="133524"/>
                </a:lnTo>
                <a:lnTo>
                  <a:pt x="91439" y="91947"/>
                </a:lnTo>
                <a:lnTo>
                  <a:pt x="133294" y="57423"/>
                </a:lnTo>
                <a:lnTo>
                  <a:pt x="181197" y="31496"/>
                </a:lnTo>
                <a:lnTo>
                  <a:pt x="234100" y="15188"/>
                </a:lnTo>
                <a:lnTo>
                  <a:pt x="290956" y="9525"/>
                </a:lnTo>
                <a:lnTo>
                  <a:pt x="361267" y="9525"/>
                </a:lnTo>
                <a:lnTo>
                  <a:pt x="338108" y="3812"/>
                </a:lnTo>
                <a:lnTo>
                  <a:pt x="290956" y="0"/>
                </a:lnTo>
                <a:close/>
              </a:path>
              <a:path w="582295" h="582294" fill="norm" stroke="1" extrusionOk="0">
                <a:moveTo>
                  <a:pt x="361267" y="9525"/>
                </a:moveTo>
                <a:lnTo>
                  <a:pt x="290956" y="9525"/>
                </a:lnTo>
                <a:lnTo>
                  <a:pt x="347803" y="15188"/>
                </a:lnTo>
                <a:lnTo>
                  <a:pt x="400637" y="31496"/>
                </a:lnTo>
                <a:lnTo>
                  <a:pt x="448351" y="57423"/>
                </a:lnTo>
                <a:lnTo>
                  <a:pt x="489838" y="91947"/>
                </a:lnTo>
                <a:lnTo>
                  <a:pt x="524382" y="133524"/>
                </a:lnTo>
                <a:lnTo>
                  <a:pt x="550354" y="181387"/>
                </a:lnTo>
                <a:lnTo>
                  <a:pt x="566705" y="234251"/>
                </a:lnTo>
                <a:lnTo>
                  <a:pt x="572388" y="290829"/>
                </a:lnTo>
                <a:lnTo>
                  <a:pt x="566705" y="347757"/>
                </a:lnTo>
                <a:lnTo>
                  <a:pt x="550354" y="400685"/>
                </a:lnTo>
                <a:lnTo>
                  <a:pt x="524382" y="448563"/>
                </a:lnTo>
                <a:lnTo>
                  <a:pt x="489838" y="490346"/>
                </a:lnTo>
                <a:lnTo>
                  <a:pt x="448351" y="524676"/>
                </a:lnTo>
                <a:lnTo>
                  <a:pt x="400637" y="550671"/>
                </a:lnTo>
                <a:lnTo>
                  <a:pt x="347803" y="567142"/>
                </a:lnTo>
                <a:lnTo>
                  <a:pt x="290956" y="572896"/>
                </a:lnTo>
                <a:lnTo>
                  <a:pt x="360772" y="572896"/>
                </a:lnTo>
                <a:lnTo>
                  <a:pt x="424569" y="549798"/>
                </a:lnTo>
                <a:lnTo>
                  <a:pt x="462677" y="526114"/>
                </a:lnTo>
                <a:lnTo>
                  <a:pt x="496569" y="496998"/>
                </a:lnTo>
                <a:lnTo>
                  <a:pt x="525646" y="463048"/>
                </a:lnTo>
                <a:lnTo>
                  <a:pt x="549307" y="424859"/>
                </a:lnTo>
                <a:lnTo>
                  <a:pt x="566951" y="383028"/>
                </a:lnTo>
                <a:lnTo>
                  <a:pt x="577978" y="338153"/>
                </a:lnTo>
                <a:lnTo>
                  <a:pt x="581786" y="290829"/>
                </a:lnTo>
                <a:lnTo>
                  <a:pt x="577978" y="243709"/>
                </a:lnTo>
                <a:lnTo>
                  <a:pt x="566951" y="198989"/>
                </a:lnTo>
                <a:lnTo>
                  <a:pt x="549307" y="157273"/>
                </a:lnTo>
                <a:lnTo>
                  <a:pt x="525646" y="119164"/>
                </a:lnTo>
                <a:lnTo>
                  <a:pt x="496569" y="85264"/>
                </a:lnTo>
                <a:lnTo>
                  <a:pt x="462677" y="56176"/>
                </a:lnTo>
                <a:lnTo>
                  <a:pt x="424569" y="32503"/>
                </a:lnTo>
                <a:lnTo>
                  <a:pt x="382846" y="14847"/>
                </a:lnTo>
                <a:lnTo>
                  <a:pt x="361267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324205778" name="bg object 19"/>
          <p:cNvSpPr/>
          <p:nvPr/>
        </p:nvSpPr>
        <p:spPr bwMode="auto">
          <a:xfrm>
            <a:off x="8141207" y="965327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0"/>
                </a:lnTo>
                <a:lnTo>
                  <a:pt x="119918" y="21638"/>
                </a:lnTo>
                <a:lnTo>
                  <a:pt x="80184" y="46786"/>
                </a:lnTo>
                <a:lnTo>
                  <a:pt x="47036" y="79798"/>
                </a:lnTo>
                <a:lnTo>
                  <a:pt x="21764" y="119409"/>
                </a:lnTo>
                <a:lnTo>
                  <a:pt x="5655" y="164352"/>
                </a:lnTo>
                <a:lnTo>
                  <a:pt x="0" y="213360"/>
                </a:lnTo>
                <a:lnTo>
                  <a:pt x="5655" y="262450"/>
                </a:lnTo>
                <a:lnTo>
                  <a:pt x="21764" y="307516"/>
                </a:lnTo>
                <a:lnTo>
                  <a:pt x="47036" y="347274"/>
                </a:lnTo>
                <a:lnTo>
                  <a:pt x="80184" y="380435"/>
                </a:lnTo>
                <a:lnTo>
                  <a:pt x="119918" y="405715"/>
                </a:lnTo>
                <a:lnTo>
                  <a:pt x="164951" y="421825"/>
                </a:lnTo>
                <a:lnTo>
                  <a:pt x="213995" y="427482"/>
                </a:lnTo>
                <a:lnTo>
                  <a:pt x="263038" y="421825"/>
                </a:lnTo>
                <a:lnTo>
                  <a:pt x="308071" y="405715"/>
                </a:lnTo>
                <a:lnTo>
                  <a:pt x="347805" y="380435"/>
                </a:lnTo>
                <a:lnTo>
                  <a:pt x="380953" y="347274"/>
                </a:lnTo>
                <a:lnTo>
                  <a:pt x="406225" y="307516"/>
                </a:lnTo>
                <a:lnTo>
                  <a:pt x="422334" y="262450"/>
                </a:lnTo>
                <a:lnTo>
                  <a:pt x="427990" y="213360"/>
                </a:lnTo>
                <a:lnTo>
                  <a:pt x="422334" y="164352"/>
                </a:lnTo>
                <a:lnTo>
                  <a:pt x="406225" y="119409"/>
                </a:lnTo>
                <a:lnTo>
                  <a:pt x="380953" y="79798"/>
                </a:lnTo>
                <a:lnTo>
                  <a:pt x="347805" y="46786"/>
                </a:lnTo>
                <a:lnTo>
                  <a:pt x="308071" y="21638"/>
                </a:lnTo>
                <a:lnTo>
                  <a:pt x="263038" y="5620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987631089" name="bg object 20"/>
          <p:cNvSpPr/>
          <p:nvPr/>
        </p:nvSpPr>
        <p:spPr bwMode="auto">
          <a:xfrm>
            <a:off x="8136762" y="960247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39" y="0"/>
                </a:moveTo>
                <a:lnTo>
                  <a:pt x="168270" y="5788"/>
                </a:lnTo>
                <a:lnTo>
                  <a:pt x="122260" y="22267"/>
                </a:lnTo>
                <a:lnTo>
                  <a:pt x="81706" y="48105"/>
                </a:lnTo>
                <a:lnTo>
                  <a:pt x="47906" y="81973"/>
                </a:lnTo>
                <a:lnTo>
                  <a:pt x="22156" y="122538"/>
                </a:lnTo>
                <a:lnTo>
                  <a:pt x="5755" y="168470"/>
                </a:lnTo>
                <a:lnTo>
                  <a:pt x="0" y="218439"/>
                </a:lnTo>
                <a:lnTo>
                  <a:pt x="5755" y="268684"/>
                </a:lnTo>
                <a:lnTo>
                  <a:pt x="22156" y="314800"/>
                </a:lnTo>
                <a:lnTo>
                  <a:pt x="47906" y="355476"/>
                </a:lnTo>
                <a:lnTo>
                  <a:pt x="81706" y="389399"/>
                </a:lnTo>
                <a:lnTo>
                  <a:pt x="122260" y="415254"/>
                </a:lnTo>
                <a:lnTo>
                  <a:pt x="168270" y="431731"/>
                </a:lnTo>
                <a:lnTo>
                  <a:pt x="218439" y="437514"/>
                </a:lnTo>
                <a:lnTo>
                  <a:pt x="268449" y="431731"/>
                </a:lnTo>
                <a:lnTo>
                  <a:pt x="278882" y="427989"/>
                </a:lnTo>
                <a:lnTo>
                  <a:pt x="218439" y="427989"/>
                </a:lnTo>
                <a:lnTo>
                  <a:pt x="176119" y="423747"/>
                </a:lnTo>
                <a:lnTo>
                  <a:pt x="136763" y="411575"/>
                </a:lnTo>
                <a:lnTo>
                  <a:pt x="101193" y="392306"/>
                </a:lnTo>
                <a:lnTo>
                  <a:pt x="70230" y="366775"/>
                </a:lnTo>
                <a:lnTo>
                  <a:pt x="44626" y="335740"/>
                </a:lnTo>
                <a:lnTo>
                  <a:pt x="25320" y="300132"/>
                </a:lnTo>
                <a:lnTo>
                  <a:pt x="13134" y="260762"/>
                </a:lnTo>
                <a:lnTo>
                  <a:pt x="8889" y="218439"/>
                </a:lnTo>
                <a:lnTo>
                  <a:pt x="13134" y="176539"/>
                </a:lnTo>
                <a:lnTo>
                  <a:pt x="25320" y="137366"/>
                </a:lnTo>
                <a:lnTo>
                  <a:pt x="44626" y="101836"/>
                </a:lnTo>
                <a:lnTo>
                  <a:pt x="70230" y="70865"/>
                </a:lnTo>
                <a:lnTo>
                  <a:pt x="101193" y="45261"/>
                </a:lnTo>
                <a:lnTo>
                  <a:pt x="136763" y="25955"/>
                </a:lnTo>
                <a:lnTo>
                  <a:pt x="176119" y="13769"/>
                </a:lnTo>
                <a:lnTo>
                  <a:pt x="218439" y="9525"/>
                </a:lnTo>
                <a:lnTo>
                  <a:pt x="278867" y="9525"/>
                </a:lnTo>
                <a:lnTo>
                  <a:pt x="268449" y="5788"/>
                </a:lnTo>
                <a:lnTo>
                  <a:pt x="218439" y="0"/>
                </a:lnTo>
                <a:close/>
              </a:path>
              <a:path w="436879" h="437515" fill="norm" stroke="1" extrusionOk="0">
                <a:moveTo>
                  <a:pt x="278867" y="9525"/>
                </a:moveTo>
                <a:lnTo>
                  <a:pt x="218439" y="9525"/>
                </a:lnTo>
                <a:lnTo>
                  <a:pt x="260609" y="13769"/>
                </a:lnTo>
                <a:lnTo>
                  <a:pt x="299767" y="25955"/>
                </a:lnTo>
                <a:lnTo>
                  <a:pt x="335186" y="45261"/>
                </a:lnTo>
                <a:lnTo>
                  <a:pt x="366140" y="70865"/>
                </a:lnTo>
                <a:lnTo>
                  <a:pt x="391671" y="101836"/>
                </a:lnTo>
                <a:lnTo>
                  <a:pt x="410940" y="137366"/>
                </a:lnTo>
                <a:lnTo>
                  <a:pt x="423112" y="176539"/>
                </a:lnTo>
                <a:lnTo>
                  <a:pt x="427354" y="218439"/>
                </a:lnTo>
                <a:lnTo>
                  <a:pt x="423112" y="260762"/>
                </a:lnTo>
                <a:lnTo>
                  <a:pt x="410940" y="300132"/>
                </a:lnTo>
                <a:lnTo>
                  <a:pt x="391671" y="335740"/>
                </a:lnTo>
                <a:lnTo>
                  <a:pt x="366140" y="366775"/>
                </a:lnTo>
                <a:lnTo>
                  <a:pt x="335186" y="392306"/>
                </a:lnTo>
                <a:lnTo>
                  <a:pt x="299767" y="411575"/>
                </a:lnTo>
                <a:lnTo>
                  <a:pt x="260609" y="423747"/>
                </a:lnTo>
                <a:lnTo>
                  <a:pt x="218439" y="427989"/>
                </a:lnTo>
                <a:lnTo>
                  <a:pt x="278882" y="427989"/>
                </a:lnTo>
                <a:lnTo>
                  <a:pt x="354960" y="389399"/>
                </a:lnTo>
                <a:lnTo>
                  <a:pt x="388814" y="355476"/>
                </a:lnTo>
                <a:lnTo>
                  <a:pt x="414634" y="314800"/>
                </a:lnTo>
                <a:lnTo>
                  <a:pt x="431097" y="268684"/>
                </a:lnTo>
                <a:lnTo>
                  <a:pt x="436879" y="218439"/>
                </a:lnTo>
                <a:lnTo>
                  <a:pt x="431097" y="168470"/>
                </a:lnTo>
                <a:lnTo>
                  <a:pt x="414634" y="122538"/>
                </a:lnTo>
                <a:lnTo>
                  <a:pt x="388814" y="81973"/>
                </a:lnTo>
                <a:lnTo>
                  <a:pt x="354960" y="48105"/>
                </a:lnTo>
                <a:lnTo>
                  <a:pt x="314397" y="22267"/>
                </a:lnTo>
                <a:lnTo>
                  <a:pt x="278867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00420046" name="bg object 21"/>
          <p:cNvSpPr/>
          <p:nvPr/>
        </p:nvSpPr>
        <p:spPr bwMode="auto">
          <a:xfrm>
            <a:off x="8219820" y="1043938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5"/>
                </a:lnTo>
                <a:lnTo>
                  <a:pt x="55467" y="26107"/>
                </a:lnTo>
                <a:lnTo>
                  <a:pt x="26147" y="55330"/>
                </a:lnTo>
                <a:lnTo>
                  <a:pt x="6910" y="92301"/>
                </a:lnTo>
                <a:lnTo>
                  <a:pt x="0" y="134747"/>
                </a:lnTo>
                <a:lnTo>
                  <a:pt x="6910" y="177515"/>
                </a:lnTo>
                <a:lnTo>
                  <a:pt x="26147" y="214706"/>
                </a:lnTo>
                <a:lnTo>
                  <a:pt x="55467" y="244063"/>
                </a:lnTo>
                <a:lnTo>
                  <a:pt x="92626" y="263331"/>
                </a:lnTo>
                <a:lnTo>
                  <a:pt x="135381" y="270256"/>
                </a:lnTo>
                <a:lnTo>
                  <a:pt x="178084" y="263331"/>
                </a:lnTo>
                <a:lnTo>
                  <a:pt x="215117" y="244063"/>
                </a:lnTo>
                <a:lnTo>
                  <a:pt x="244287" y="214706"/>
                </a:lnTo>
                <a:lnTo>
                  <a:pt x="263398" y="177515"/>
                </a:lnTo>
                <a:lnTo>
                  <a:pt x="270255" y="134747"/>
                </a:lnTo>
                <a:lnTo>
                  <a:pt x="263398" y="92301"/>
                </a:lnTo>
                <a:lnTo>
                  <a:pt x="244287" y="55330"/>
                </a:lnTo>
                <a:lnTo>
                  <a:pt x="215117" y="26107"/>
                </a:lnTo>
                <a:lnTo>
                  <a:pt x="178084" y="6905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8953752" name="bg object 22"/>
          <p:cNvSpPr/>
          <p:nvPr/>
        </p:nvSpPr>
        <p:spPr bwMode="auto">
          <a:xfrm>
            <a:off x="8215375" y="1039494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099"/>
                </a:lnTo>
                <a:lnTo>
                  <a:pt x="57140" y="26867"/>
                </a:lnTo>
                <a:lnTo>
                  <a:pt x="26907" y="57003"/>
                </a:lnTo>
                <a:lnTo>
                  <a:pt x="7104" y="95211"/>
                </a:lnTo>
                <a:lnTo>
                  <a:pt x="0" y="139191"/>
                </a:lnTo>
                <a:lnTo>
                  <a:pt x="7104" y="183544"/>
                </a:lnTo>
                <a:lnTo>
                  <a:pt x="26907" y="221977"/>
                </a:lnTo>
                <a:lnTo>
                  <a:pt x="57140" y="252230"/>
                </a:lnTo>
                <a:lnTo>
                  <a:pt x="95536" y="272040"/>
                </a:lnTo>
                <a:lnTo>
                  <a:pt x="139826" y="279145"/>
                </a:lnTo>
                <a:lnTo>
                  <a:pt x="183873" y="272040"/>
                </a:lnTo>
                <a:lnTo>
                  <a:pt x="188558" y="269620"/>
                </a:lnTo>
                <a:lnTo>
                  <a:pt x="139826" y="269620"/>
                </a:lnTo>
                <a:lnTo>
                  <a:pt x="113466" y="266993"/>
                </a:lnTo>
                <a:lnTo>
                  <a:pt x="66746" y="247546"/>
                </a:lnTo>
                <a:lnTo>
                  <a:pt x="31472" y="212558"/>
                </a:lnTo>
                <a:lnTo>
                  <a:pt x="12025" y="165695"/>
                </a:lnTo>
                <a:lnTo>
                  <a:pt x="9398" y="139191"/>
                </a:lnTo>
                <a:lnTo>
                  <a:pt x="12025" y="113127"/>
                </a:lnTo>
                <a:lnTo>
                  <a:pt x="31472" y="66522"/>
                </a:lnTo>
                <a:lnTo>
                  <a:pt x="66746" y="31178"/>
                </a:lnTo>
                <a:lnTo>
                  <a:pt x="113466" y="11525"/>
                </a:lnTo>
                <a:lnTo>
                  <a:pt x="139826" y="8889"/>
                </a:lnTo>
                <a:lnTo>
                  <a:pt x="187348" y="8889"/>
                </a:lnTo>
                <a:lnTo>
                  <a:pt x="183873" y="7099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8" y="8889"/>
                </a:moveTo>
                <a:lnTo>
                  <a:pt x="139826" y="8889"/>
                </a:lnTo>
                <a:lnTo>
                  <a:pt x="166177" y="11525"/>
                </a:lnTo>
                <a:lnTo>
                  <a:pt x="190611" y="19113"/>
                </a:lnTo>
                <a:lnTo>
                  <a:pt x="231775" y="47243"/>
                </a:lnTo>
                <a:lnTo>
                  <a:pt x="260016" y="88693"/>
                </a:lnTo>
                <a:lnTo>
                  <a:pt x="270255" y="139191"/>
                </a:lnTo>
                <a:lnTo>
                  <a:pt x="267618" y="165695"/>
                </a:lnTo>
                <a:lnTo>
                  <a:pt x="247913" y="212558"/>
                </a:lnTo>
                <a:lnTo>
                  <a:pt x="212639" y="247546"/>
                </a:lnTo>
                <a:lnTo>
                  <a:pt x="166177" y="266993"/>
                </a:lnTo>
                <a:lnTo>
                  <a:pt x="139826" y="269620"/>
                </a:lnTo>
                <a:lnTo>
                  <a:pt x="188558" y="269620"/>
                </a:lnTo>
                <a:lnTo>
                  <a:pt x="222238" y="252230"/>
                </a:lnTo>
                <a:lnTo>
                  <a:pt x="252563" y="221977"/>
                </a:lnTo>
                <a:lnTo>
                  <a:pt x="272488" y="183544"/>
                </a:lnTo>
                <a:lnTo>
                  <a:pt x="279653" y="139191"/>
                </a:lnTo>
                <a:lnTo>
                  <a:pt x="272488" y="95211"/>
                </a:lnTo>
                <a:lnTo>
                  <a:pt x="252563" y="57003"/>
                </a:lnTo>
                <a:lnTo>
                  <a:pt x="222238" y="26867"/>
                </a:lnTo>
                <a:lnTo>
                  <a:pt x="187348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00268718" name="bg object 23"/>
          <p:cNvSpPr/>
          <p:nvPr/>
        </p:nvSpPr>
        <p:spPr bwMode="auto">
          <a:xfrm>
            <a:off x="7358125" y="321309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0970" y="0"/>
                </a:moveTo>
                <a:lnTo>
                  <a:pt x="96316" y="7174"/>
                </a:lnTo>
                <a:lnTo>
                  <a:pt x="57607" y="27163"/>
                </a:lnTo>
                <a:lnTo>
                  <a:pt x="27127" y="57662"/>
                </a:lnTo>
                <a:lnTo>
                  <a:pt x="7162" y="96365"/>
                </a:lnTo>
                <a:lnTo>
                  <a:pt x="0" y="140969"/>
                </a:lnTo>
                <a:lnTo>
                  <a:pt x="7162" y="185884"/>
                </a:lnTo>
                <a:lnTo>
                  <a:pt x="27127" y="224775"/>
                </a:lnTo>
                <a:lnTo>
                  <a:pt x="57607" y="255370"/>
                </a:lnTo>
                <a:lnTo>
                  <a:pt x="96316" y="275394"/>
                </a:lnTo>
                <a:lnTo>
                  <a:pt x="140970" y="282575"/>
                </a:lnTo>
                <a:lnTo>
                  <a:pt x="185871" y="275394"/>
                </a:lnTo>
                <a:lnTo>
                  <a:pt x="224731" y="255370"/>
                </a:lnTo>
                <a:lnTo>
                  <a:pt x="255288" y="224775"/>
                </a:lnTo>
                <a:lnTo>
                  <a:pt x="275281" y="185884"/>
                </a:lnTo>
                <a:lnTo>
                  <a:pt x="282448" y="140969"/>
                </a:lnTo>
                <a:lnTo>
                  <a:pt x="275281" y="96365"/>
                </a:lnTo>
                <a:lnTo>
                  <a:pt x="255288" y="57662"/>
                </a:lnTo>
                <a:lnTo>
                  <a:pt x="224731" y="27163"/>
                </a:lnTo>
                <a:lnTo>
                  <a:pt x="185871" y="7174"/>
                </a:lnTo>
                <a:lnTo>
                  <a:pt x="14097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921891356" name="bg object 24"/>
          <p:cNvSpPr/>
          <p:nvPr/>
        </p:nvSpPr>
        <p:spPr bwMode="auto">
          <a:xfrm>
            <a:off x="7353045" y="316229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100039" y="7483"/>
                </a:lnTo>
                <a:lnTo>
                  <a:pt x="59966" y="28293"/>
                </a:lnTo>
                <a:lnTo>
                  <a:pt x="28293" y="59966"/>
                </a:lnTo>
                <a:lnTo>
                  <a:pt x="7483" y="100039"/>
                </a:lnTo>
                <a:lnTo>
                  <a:pt x="0" y="146050"/>
                </a:lnTo>
                <a:lnTo>
                  <a:pt x="7483" y="192308"/>
                </a:lnTo>
                <a:lnTo>
                  <a:pt x="28293" y="232531"/>
                </a:lnTo>
                <a:lnTo>
                  <a:pt x="59966" y="264281"/>
                </a:lnTo>
                <a:lnTo>
                  <a:pt x="100039" y="285120"/>
                </a:lnTo>
                <a:lnTo>
                  <a:pt x="146050" y="292608"/>
                </a:lnTo>
                <a:lnTo>
                  <a:pt x="192242" y="285120"/>
                </a:lnTo>
                <a:lnTo>
                  <a:pt x="196159" y="283083"/>
                </a:lnTo>
                <a:lnTo>
                  <a:pt x="146050" y="283083"/>
                </a:lnTo>
                <a:lnTo>
                  <a:pt x="118683" y="280261"/>
                </a:lnTo>
                <a:lnTo>
                  <a:pt x="69808" y="259615"/>
                </a:lnTo>
                <a:lnTo>
                  <a:pt x="32777" y="222845"/>
                </a:lnTo>
                <a:lnTo>
                  <a:pt x="12259" y="173712"/>
                </a:lnTo>
                <a:lnTo>
                  <a:pt x="9525" y="146050"/>
                </a:lnTo>
                <a:lnTo>
                  <a:pt x="12259" y="118683"/>
                </a:lnTo>
                <a:lnTo>
                  <a:pt x="32777" y="69808"/>
                </a:lnTo>
                <a:lnTo>
                  <a:pt x="69808" y="32777"/>
                </a:lnTo>
                <a:lnTo>
                  <a:pt x="118683" y="12259"/>
                </a:lnTo>
                <a:lnTo>
                  <a:pt x="146050" y="9525"/>
                </a:lnTo>
                <a:lnTo>
                  <a:pt x="196172" y="9525"/>
                </a:lnTo>
                <a:lnTo>
                  <a:pt x="192242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6172" y="9525"/>
                </a:moveTo>
                <a:lnTo>
                  <a:pt x="146050" y="9525"/>
                </a:lnTo>
                <a:lnTo>
                  <a:pt x="173638" y="12259"/>
                </a:lnTo>
                <a:lnTo>
                  <a:pt x="199310" y="20161"/>
                </a:lnTo>
                <a:lnTo>
                  <a:pt x="242950" y="49657"/>
                </a:lnTo>
                <a:lnTo>
                  <a:pt x="272208" y="93043"/>
                </a:lnTo>
                <a:lnTo>
                  <a:pt x="283082" y="146050"/>
                </a:lnTo>
                <a:lnTo>
                  <a:pt x="280259" y="173712"/>
                </a:lnTo>
                <a:lnTo>
                  <a:pt x="259562" y="222845"/>
                </a:lnTo>
                <a:lnTo>
                  <a:pt x="222577" y="259615"/>
                </a:lnTo>
                <a:lnTo>
                  <a:pt x="173638" y="280261"/>
                </a:lnTo>
                <a:lnTo>
                  <a:pt x="146050" y="283083"/>
                </a:lnTo>
                <a:lnTo>
                  <a:pt x="196159" y="283083"/>
                </a:lnTo>
                <a:lnTo>
                  <a:pt x="232308" y="264281"/>
                </a:lnTo>
                <a:lnTo>
                  <a:pt x="263870" y="232531"/>
                </a:lnTo>
                <a:lnTo>
                  <a:pt x="284551" y="192308"/>
                </a:lnTo>
                <a:lnTo>
                  <a:pt x="291973" y="146050"/>
                </a:lnTo>
                <a:lnTo>
                  <a:pt x="284551" y="100039"/>
                </a:lnTo>
                <a:lnTo>
                  <a:pt x="263870" y="59966"/>
                </a:lnTo>
                <a:lnTo>
                  <a:pt x="232308" y="28293"/>
                </a:lnTo>
                <a:lnTo>
                  <a:pt x="196172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855651941" name="bg object 25"/>
          <p:cNvPicPr/>
          <p:nvPr/>
        </p:nvPicPr>
        <p:blipFill rotWithShape="1">
          <a:blip r:embed="rId2"/>
          <a:stretch/>
        </p:blipFill>
        <p:spPr bwMode="auto">
          <a:xfrm>
            <a:off x="7415529" y="378713"/>
            <a:ext cx="167640" cy="167766"/>
          </a:xfrm>
          <a:prstGeom prst="rect">
            <a:avLst/>
          </a:prstGeom>
        </p:spPr>
      </p:pic>
      <p:sp>
        <p:nvSpPr>
          <p:cNvPr id="1203716438" name="bg object 26"/>
          <p:cNvSpPr/>
          <p:nvPr/>
        </p:nvSpPr>
        <p:spPr bwMode="auto">
          <a:xfrm>
            <a:off x="5690615" y="425830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2" y="0"/>
                </a:moveTo>
                <a:lnTo>
                  <a:pt x="98641" y="7345"/>
                </a:lnTo>
                <a:lnTo>
                  <a:pt x="59033" y="27797"/>
                </a:lnTo>
                <a:lnTo>
                  <a:pt x="27814" y="58978"/>
                </a:lnTo>
                <a:lnTo>
                  <a:pt x="7347" y="98511"/>
                </a:lnTo>
                <a:lnTo>
                  <a:pt x="0" y="144018"/>
                </a:lnTo>
                <a:lnTo>
                  <a:pt x="7347" y="189648"/>
                </a:lnTo>
                <a:lnTo>
                  <a:pt x="27814" y="229256"/>
                </a:lnTo>
                <a:lnTo>
                  <a:pt x="59033" y="260475"/>
                </a:lnTo>
                <a:lnTo>
                  <a:pt x="98641" y="280942"/>
                </a:lnTo>
                <a:lnTo>
                  <a:pt x="144272" y="288290"/>
                </a:lnTo>
                <a:lnTo>
                  <a:pt x="189902" y="280942"/>
                </a:lnTo>
                <a:lnTo>
                  <a:pt x="229510" y="260475"/>
                </a:lnTo>
                <a:lnTo>
                  <a:pt x="260729" y="229256"/>
                </a:lnTo>
                <a:lnTo>
                  <a:pt x="281196" y="189648"/>
                </a:lnTo>
                <a:lnTo>
                  <a:pt x="288544" y="144018"/>
                </a:lnTo>
                <a:lnTo>
                  <a:pt x="281196" y="98511"/>
                </a:lnTo>
                <a:lnTo>
                  <a:pt x="260729" y="58978"/>
                </a:lnTo>
                <a:lnTo>
                  <a:pt x="229510" y="27797"/>
                </a:lnTo>
                <a:lnTo>
                  <a:pt x="189902" y="7345"/>
                </a:lnTo>
                <a:lnTo>
                  <a:pt x="14427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491904212" name="bg object 27"/>
          <p:cNvSpPr/>
          <p:nvPr/>
        </p:nvSpPr>
        <p:spPr bwMode="auto">
          <a:xfrm>
            <a:off x="5688329" y="423291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 fill="norm" stroke="1" extrusionOk="0">
                <a:moveTo>
                  <a:pt x="146558" y="0"/>
                </a:moveTo>
                <a:lnTo>
                  <a:pt x="100250" y="7475"/>
                </a:lnTo>
                <a:lnTo>
                  <a:pt x="60021" y="28289"/>
                </a:lnTo>
                <a:lnTo>
                  <a:pt x="28289" y="60021"/>
                </a:lnTo>
                <a:lnTo>
                  <a:pt x="7475" y="100250"/>
                </a:lnTo>
                <a:lnTo>
                  <a:pt x="0" y="146558"/>
                </a:lnTo>
                <a:lnTo>
                  <a:pt x="7475" y="192989"/>
                </a:lnTo>
                <a:lnTo>
                  <a:pt x="28289" y="233293"/>
                </a:lnTo>
                <a:lnTo>
                  <a:pt x="60021" y="265064"/>
                </a:lnTo>
                <a:lnTo>
                  <a:pt x="100250" y="285892"/>
                </a:lnTo>
                <a:lnTo>
                  <a:pt x="146558" y="293370"/>
                </a:lnTo>
                <a:lnTo>
                  <a:pt x="176443" y="288544"/>
                </a:lnTo>
                <a:lnTo>
                  <a:pt x="146558" y="288544"/>
                </a:lnTo>
                <a:lnTo>
                  <a:pt x="117931" y="285644"/>
                </a:lnTo>
                <a:lnTo>
                  <a:pt x="67155" y="264273"/>
                </a:lnTo>
                <a:lnTo>
                  <a:pt x="28769" y="225960"/>
                </a:lnTo>
                <a:lnTo>
                  <a:pt x="7346" y="175184"/>
                </a:lnTo>
                <a:lnTo>
                  <a:pt x="4445" y="146558"/>
                </a:lnTo>
                <a:lnTo>
                  <a:pt x="7346" y="118042"/>
                </a:lnTo>
                <a:lnTo>
                  <a:pt x="28769" y="67298"/>
                </a:lnTo>
                <a:lnTo>
                  <a:pt x="67155" y="28936"/>
                </a:lnTo>
                <a:lnTo>
                  <a:pt x="117931" y="7671"/>
                </a:lnTo>
                <a:lnTo>
                  <a:pt x="146558" y="4825"/>
                </a:lnTo>
                <a:lnTo>
                  <a:pt x="176451" y="4825"/>
                </a:lnTo>
                <a:lnTo>
                  <a:pt x="146558" y="0"/>
                </a:lnTo>
                <a:close/>
              </a:path>
              <a:path w="293370" h="293370" fill="norm" stroke="1" extrusionOk="0">
                <a:moveTo>
                  <a:pt x="176451" y="4825"/>
                </a:moveTo>
                <a:lnTo>
                  <a:pt x="146558" y="4825"/>
                </a:lnTo>
                <a:lnTo>
                  <a:pt x="175180" y="7671"/>
                </a:lnTo>
                <a:lnTo>
                  <a:pt x="201802" y="15875"/>
                </a:lnTo>
                <a:lnTo>
                  <a:pt x="246761" y="46355"/>
                </a:lnTo>
                <a:lnTo>
                  <a:pt x="277241" y="91408"/>
                </a:lnTo>
                <a:lnTo>
                  <a:pt x="288290" y="146558"/>
                </a:lnTo>
                <a:lnTo>
                  <a:pt x="285444" y="175184"/>
                </a:lnTo>
                <a:lnTo>
                  <a:pt x="264179" y="225960"/>
                </a:lnTo>
                <a:lnTo>
                  <a:pt x="225853" y="264273"/>
                </a:lnTo>
                <a:lnTo>
                  <a:pt x="175180" y="285644"/>
                </a:lnTo>
                <a:lnTo>
                  <a:pt x="146558" y="288544"/>
                </a:lnTo>
                <a:lnTo>
                  <a:pt x="176443" y="288544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2077669278" name="bg object 28"/>
          <p:cNvPicPr/>
          <p:nvPr/>
        </p:nvPicPr>
        <p:blipFill rotWithShape="1">
          <a:blip r:embed="rId3"/>
          <a:stretch/>
        </p:blipFill>
        <p:spPr bwMode="auto">
          <a:xfrm>
            <a:off x="5724778" y="459740"/>
            <a:ext cx="220218" cy="220472"/>
          </a:xfrm>
          <a:prstGeom prst="rect">
            <a:avLst/>
          </a:prstGeom>
        </p:spPr>
      </p:pic>
      <p:pic>
        <p:nvPicPr>
          <p:cNvPr id="1983973046" name="bg object 29"/>
          <p:cNvPicPr/>
          <p:nvPr/>
        </p:nvPicPr>
        <p:blipFill rotWithShape="1">
          <a:blip r:embed="rId4"/>
          <a:stretch/>
        </p:blipFill>
        <p:spPr bwMode="auto">
          <a:xfrm>
            <a:off x="2706116" y="249707"/>
            <a:ext cx="1294383" cy="482447"/>
          </a:xfrm>
          <a:prstGeom prst="rect">
            <a:avLst/>
          </a:prstGeom>
        </p:spPr>
      </p:pic>
      <p:pic>
        <p:nvPicPr>
          <p:cNvPr id="75815269" name="bg object 30"/>
          <p:cNvPicPr/>
          <p:nvPr/>
        </p:nvPicPr>
        <p:blipFill rotWithShape="1">
          <a:blip r:embed="rId5"/>
          <a:stretch/>
        </p:blipFill>
        <p:spPr bwMode="auto">
          <a:xfrm>
            <a:off x="172109" y="158939"/>
            <a:ext cx="894465" cy="899052"/>
          </a:xfrm>
          <a:prstGeom prst="rect">
            <a:avLst/>
          </a:prstGeom>
        </p:spPr>
      </p:pic>
      <p:pic>
        <p:nvPicPr>
          <p:cNvPr id="1514640972" name="bg object 31"/>
          <p:cNvPicPr/>
          <p:nvPr/>
        </p:nvPicPr>
        <p:blipFill rotWithShape="1">
          <a:blip r:embed="rId6"/>
          <a:stretch/>
        </p:blipFill>
        <p:spPr bwMode="auto">
          <a:xfrm>
            <a:off x="984592" y="152158"/>
            <a:ext cx="1606169" cy="903465"/>
          </a:xfrm>
          <a:prstGeom prst="rect">
            <a:avLst/>
          </a:prstGeom>
        </p:spPr>
      </p:pic>
      <p:sp>
        <p:nvSpPr>
          <p:cNvPr id="312618105" name="Holder 2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60864681" name="Holder 3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407841488" name="Holder 4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346590" name="Holder 2"/>
          <p:cNvSpPr>
            <a:spLocks noGrp="1"/>
          </p:cNvSpPr>
          <p:nvPr>
            <p:ph type="title"/>
          </p:nvPr>
        </p:nvSpPr>
        <p:spPr bwMode="auto">
          <a:xfrm>
            <a:off x="2015489" y="347599"/>
            <a:ext cx="6430644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85409188" name="Holder 3"/>
          <p:cNvSpPr>
            <a:spLocks noGrp="1"/>
          </p:cNvSpPr>
          <p:nvPr>
            <p:ph type="body" idx="1"/>
          </p:nvPr>
        </p:nvSpPr>
        <p:spPr bwMode="auto">
          <a:xfrm>
            <a:off x="3939413" y="1301140"/>
            <a:ext cx="4119879" cy="32753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4445200" name="Holder 4"/>
          <p:cNvSpPr>
            <a:spLocks noGrp="1"/>
          </p:cNvSpPr>
          <p:nvPr>
            <p:ph type="ftr" sz="quarter" idx="5"/>
          </p:nvPr>
        </p:nvSpPr>
        <p:spPr bwMode="auto"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128695208" name="Holder 5"/>
          <p:cNvSpPr>
            <a:spLocks noGrp="1"/>
          </p:cNvSpPr>
          <p:nvPr>
            <p:ph type="dt" sz="half" idx="6"/>
          </p:nvPr>
        </p:nvSpPr>
        <p:spPr bwMode="auto"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449380908" name="Holder 6"/>
          <p:cNvSpPr>
            <a:spLocks noGrp="1"/>
          </p:cNvSpPr>
          <p:nvPr>
            <p:ph type="sldNum" sz="quarter" idx="7"/>
          </p:nvPr>
        </p:nvSpPr>
        <p:spPr bwMode="auto"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492415" name="object 2"/>
          <p:cNvSpPr txBox="1"/>
          <p:nvPr/>
        </p:nvSpPr>
        <p:spPr bwMode="auto">
          <a:xfrm>
            <a:off x="2368423" y="763905"/>
            <a:ext cx="1977389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105"/>
              </a:spcBef>
              <a:defRPr/>
            </a:pPr>
            <a:r>
              <a:rPr sz="1100" spc="-150">
                <a:solidFill>
                  <a:srgbClr val="484848"/>
                </a:solidFill>
                <a:latin typeface="Century Gothic"/>
                <a:cs typeface="Century Gothic"/>
              </a:rPr>
              <a:t>Hardware</a:t>
            </a:r>
            <a:r>
              <a:rPr sz="1100" spc="-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Assisted</a:t>
            </a:r>
            <a:r>
              <a:rPr sz="11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25">
                <a:solidFill>
                  <a:srgbClr val="484848"/>
                </a:solidFill>
                <a:latin typeface="Century Gothic"/>
                <a:cs typeface="Century Gothic"/>
              </a:rPr>
              <a:t>and</a:t>
            </a:r>
            <a:endParaRPr sz="1100">
              <a:latin typeface="Century Gothic"/>
              <a:cs typeface="Century Gothic"/>
            </a:endParaRPr>
          </a:p>
          <a:p>
            <a:pPr algn="ctr">
              <a:lnSpc>
                <a:spcPct val="100000"/>
              </a:lnSpc>
              <a:defRPr/>
            </a:pPr>
            <a:r>
              <a:rPr sz="1100" spc="-135">
                <a:solidFill>
                  <a:srgbClr val="484848"/>
                </a:solidFill>
                <a:latin typeface="Century Gothic"/>
                <a:cs typeface="Century Gothic"/>
              </a:rPr>
              <a:t>Blockchain</a:t>
            </a:r>
            <a:r>
              <a:rPr sz="1100" spc="-4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185">
                <a:solidFill>
                  <a:srgbClr val="484848"/>
                </a:solidFill>
                <a:latin typeface="Century Gothic"/>
                <a:cs typeface="Century Gothic"/>
              </a:rPr>
              <a:t>Empowered</a:t>
            </a:r>
            <a:r>
              <a:rPr sz="1100" spc="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Security</a:t>
            </a:r>
            <a:r>
              <a:rPr sz="11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Lab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251582246" name="object 3"/>
          <p:cNvSpPr txBox="1"/>
          <p:nvPr/>
        </p:nvSpPr>
        <p:spPr bwMode="auto">
          <a:xfrm>
            <a:off x="2065439" y="1856390"/>
            <a:ext cx="6654648" cy="16596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r">
              <a:lnSpc>
                <a:spcPct val="100000"/>
              </a:lnSpc>
              <a:defRPr/>
            </a:pPr>
            <a:r>
              <a:rPr lang="it-IT" sz="3600" b="1" spc="-370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QGAN for Addressing Security Data Imbalance and Casual Attribution of QBER </a:t>
            </a:r>
            <a:endParaRPr sz="3600" b="1">
              <a:latin typeface="Libre Baskerville"/>
              <a:cs typeface="Libre Baskerville"/>
            </a:endParaRPr>
          </a:p>
        </p:txBody>
      </p:sp>
      <p:sp>
        <p:nvSpPr>
          <p:cNvPr id="1860053782" name="object 5"/>
          <p:cNvSpPr txBox="1"/>
          <p:nvPr/>
        </p:nvSpPr>
        <p:spPr bwMode="auto">
          <a:xfrm flipH="0" flipV="0">
            <a:off x="277040" y="3830853"/>
            <a:ext cx="3824275" cy="680443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400" b="1" spc="-7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Prof.</a:t>
            </a:r>
            <a:r>
              <a:rPr sz="1400" b="1" spc="-14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</a:t>
            </a:r>
            <a:r>
              <a:rPr sz="1400" b="1" spc="-8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Christiancarmine</a:t>
            </a:r>
            <a:r>
              <a:rPr sz="1400" b="1" spc="-17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</a:t>
            </a:r>
            <a:r>
              <a:rPr sz="1400" b="1" spc="-4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Esposito</a:t>
            </a:r>
            <a:endParaRPr sz="1400" b="1" spc="-38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>
              <a:lnSpc>
                <a:spcPct val="100000"/>
              </a:lnSpc>
              <a:spcBef>
                <a:spcPts val="105"/>
              </a:spcBef>
              <a:defRPr/>
            </a:pPr>
            <a:r>
              <a:rPr lang="it-IT" sz="1400" b="1" spc="-38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Dott. Franco Cirillo</a:t>
            </a:r>
            <a:endParaRPr sz="1400" b="1" spc="-38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>
              <a:lnSpc>
                <a:spcPct val="100000"/>
              </a:lnSpc>
              <a:spcBef>
                <a:spcPts val="105"/>
              </a:spcBef>
              <a:defRPr/>
            </a:pPr>
            <a:r>
              <a:rPr lang="it-IT" sz="1400" b="1" spc="-38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Dott.ssa Mariacaterina D’Aloia</a:t>
            </a:r>
            <a:endParaRPr sz="1400" b="1">
              <a:solidFill>
                <a:srgbClr val="01ABA9"/>
              </a:solidFill>
              <a:latin typeface="Libre Baskerville"/>
              <a:cs typeface="Libre Baskerville"/>
            </a:endParaRPr>
          </a:p>
        </p:txBody>
      </p:sp>
      <p:sp>
        <p:nvSpPr>
          <p:cNvPr id="1741117253" name="object 4"/>
          <p:cNvSpPr txBox="1"/>
          <p:nvPr/>
        </p:nvSpPr>
        <p:spPr bwMode="auto">
          <a:xfrm flipH="0" flipV="0">
            <a:off x="5672118" y="3894778"/>
            <a:ext cx="3323563" cy="452479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12700" marR="5080" indent="130810">
              <a:lnSpc>
                <a:spcPct val="100000"/>
              </a:lnSpc>
              <a:spcBef>
                <a:spcPts val="100"/>
              </a:spcBef>
              <a:defRPr/>
            </a:pPr>
            <a:r>
              <a:rPr lang="it-IT" sz="1400" b="1" spc="-8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Alfonso Zappia, Mat. NF22500012</a:t>
            </a:r>
            <a:endParaRPr sz="1400" b="1" spc="-77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 marR="5079" indent="130809">
              <a:lnSpc>
                <a:spcPct val="100000"/>
              </a:lnSpc>
              <a:spcBef>
                <a:spcPts val="100"/>
              </a:spcBef>
              <a:defRPr/>
            </a:pPr>
            <a:r>
              <a:rPr lang="it-IT" sz="1400" b="1" spc="-77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Nicola Frugieri, Mat. </a:t>
            </a:r>
            <a:r>
              <a:rPr lang="it-IT" sz="1400" b="1" i="0" u="none" strike="noStrike" cap="none" spc="-77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0522501966</a:t>
            </a:r>
            <a:endParaRPr sz="1400" b="1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702393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960514" y="223992"/>
            <a:ext cx="6871807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5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9">
                <a:latin typeface="Libre Baskerville"/>
                <a:ea typeface="Libre Baskerville"/>
                <a:cs typeface="Libre Baskerville"/>
              </a:rPr>
              <a:t>Problema: Scarsità e Ambiguità di Dati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639394173" name="object 24"/>
          <p:cNvSpPr txBox="1"/>
          <p:nvPr/>
        </p:nvSpPr>
        <p:spPr bwMode="auto">
          <a:xfrm>
            <a:off x="224157" y="4819095"/>
            <a:ext cx="7084813" cy="1660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  <p:sp>
        <p:nvSpPr>
          <p:cNvPr id="1953966034" name="Rettangolo 3"/>
          <p:cNvSpPr txBox="1"/>
          <p:nvPr/>
        </p:nvSpPr>
        <p:spPr bwMode="auto">
          <a:xfrm rot="0" flipH="0" flipV="0">
            <a:off x="713300" y="1476702"/>
            <a:ext cx="8254017" cy="1090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Intrusion Detection System (IDS)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9" lvl="1" indent="-283879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Attacchi informatici rari (es. classe 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Courier New"/>
                <a:ea typeface="Courier New"/>
                <a:cs typeface="Courier New"/>
              </a:rPr>
              <a:t>r21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 sbilanciata 1:1000)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9" lvl="1" indent="-283879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Troppo pochi esempi reali per far apprendere al classificatore varianti mai viste (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Courier New"/>
                <a:ea typeface="Courier New"/>
                <a:cs typeface="Courier New"/>
              </a:rPr>
              <a:t>KDDTest+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587319082" name="Rettangolo 4"/>
          <p:cNvSpPr txBox="1"/>
          <p:nvPr/>
        </p:nvSpPr>
        <p:spPr bwMode="auto">
          <a:xfrm rot="0" flipH="0" flipV="0">
            <a:off x="713300" y="3052732"/>
            <a:ext cx="8144952" cy="13347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Quantum Key Distribution (QKD)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Il tasso di errore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QBER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 è misurabile, ma 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ambiguo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Un aumento del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QBER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 segnala un problema, ma 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non ne rivela la causa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 è un attacco di Eve, il rumore del canale o un errore del rilevatore?</a:t>
            </a:r>
            <a:endParaRPr sz="16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0005521" name="object 2"/>
          <p:cNvGrpSpPr/>
          <p:nvPr/>
        </p:nvGrpSpPr>
        <p:grpSpPr bwMode="auto">
          <a:xfrm>
            <a:off x="-4762" y="60388"/>
            <a:ext cx="3462020" cy="1482090"/>
            <a:chOff x="-4762" y="60388"/>
            <a:chExt cx="3462020" cy="1482090"/>
          </a:xfrm>
        </p:grpSpPr>
        <p:sp>
          <p:nvSpPr>
            <p:cNvPr id="3" name="object 3"/>
            <p:cNvSpPr/>
            <p:nvPr/>
          </p:nvSpPr>
          <p:spPr bwMode="auto">
            <a:xfrm>
              <a:off x="0" y="65151"/>
              <a:ext cx="3318510" cy="1208405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" name="object 4"/>
            <p:cNvSpPr/>
            <p:nvPr/>
          </p:nvSpPr>
          <p:spPr bwMode="auto">
            <a:xfrm>
              <a:off x="503872" y="964692"/>
              <a:ext cx="573405" cy="572770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" name="object 5"/>
            <p:cNvSpPr/>
            <p:nvPr/>
          </p:nvSpPr>
          <p:spPr bwMode="auto">
            <a:xfrm>
              <a:off x="499402" y="959739"/>
              <a:ext cx="582295" cy="582295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" name="object 6"/>
            <p:cNvSpPr/>
            <p:nvPr/>
          </p:nvSpPr>
          <p:spPr bwMode="auto">
            <a:xfrm>
              <a:off x="576300" y="1037209"/>
              <a:ext cx="427990" cy="427355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7" name="object 7"/>
            <p:cNvSpPr/>
            <p:nvPr/>
          </p:nvSpPr>
          <p:spPr bwMode="auto">
            <a:xfrm>
              <a:off x="571855" y="1032128"/>
              <a:ext cx="436880" cy="437515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" name="object 8"/>
            <p:cNvSpPr/>
            <p:nvPr/>
          </p:nvSpPr>
          <p:spPr bwMode="auto">
            <a:xfrm>
              <a:off x="655421" y="1115695"/>
              <a:ext cx="270510" cy="270510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" name="object 9"/>
            <p:cNvSpPr/>
            <p:nvPr/>
          </p:nvSpPr>
          <p:spPr bwMode="auto">
            <a:xfrm>
              <a:off x="650430" y="1111250"/>
              <a:ext cx="280035" cy="279400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" name="object 10"/>
            <p:cNvSpPr/>
            <p:nvPr/>
          </p:nvSpPr>
          <p:spPr bwMode="auto">
            <a:xfrm>
              <a:off x="1504822" y="393064"/>
              <a:ext cx="282575" cy="282575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1" name="object 11"/>
            <p:cNvSpPr/>
            <p:nvPr/>
          </p:nvSpPr>
          <p:spPr bwMode="auto">
            <a:xfrm>
              <a:off x="1500377" y="388112"/>
              <a:ext cx="292100" cy="292735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2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7" y="450469"/>
              <a:ext cx="167766" cy="16776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 bwMode="auto">
            <a:xfrm>
              <a:off x="3164078" y="495172"/>
              <a:ext cx="293370" cy="293370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4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90" cy="220344"/>
            </a:xfrm>
            <a:prstGeom prst="rect">
              <a:avLst/>
            </a:prstGeom>
          </p:spPr>
        </p:pic>
      </p:grpSp>
      <p:pic>
        <p:nvPicPr>
          <p:cNvPr id="1083574191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grpSp>
        <p:nvGrpSpPr>
          <p:cNvPr id="284913040" name="object 16"/>
          <p:cNvGrpSpPr/>
          <p:nvPr/>
        </p:nvGrpSpPr>
        <p:grpSpPr bwMode="auto">
          <a:xfrm>
            <a:off x="0" y="4733569"/>
            <a:ext cx="9144000" cy="410209"/>
            <a:chOff x="0" y="4733569"/>
            <a:chExt cx="9144000" cy="410209"/>
          </a:xfrm>
        </p:grpSpPr>
        <p:sp>
          <p:nvSpPr>
            <p:cNvPr id="17" name="object 17"/>
            <p:cNvSpPr/>
            <p:nvPr/>
          </p:nvSpPr>
          <p:spPr bwMode="auto">
            <a:xfrm>
              <a:off x="0" y="4738331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8" name="object 18"/>
            <p:cNvSpPr/>
            <p:nvPr/>
          </p:nvSpPr>
          <p:spPr bwMode="auto">
            <a:xfrm>
              <a:off x="8157908" y="4738331"/>
              <a:ext cx="9525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437887462" name="Rettangolo 31"/>
          <p:cNvSpPr txBox="1"/>
          <p:nvPr/>
        </p:nvSpPr>
        <p:spPr bwMode="auto">
          <a:xfrm rot="0" flipH="0" flipV="0">
            <a:off x="236524" y="1687561"/>
            <a:ext cx="8513022" cy="21462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Generatore Quantistico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circuito parametrizzato a 5 qubit (</a:t>
            </a:r>
            <a:r>
              <a:rPr lang="it-IT" sz="1600">
                <a:latin typeface="Courier New"/>
                <a:ea typeface="Courier New"/>
                <a:cs typeface="Courier New"/>
              </a:rPr>
              <a:t>EfficientSU2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 con 50 angoli di rotazione addestrabili;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Discriminatore Classico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rete MLP che guida l’apprendimento del generatore;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Mappatura dei 5 qubit (Feature Freezing)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In QKD: 5 osservabili fisiche del canale (</a:t>
            </a:r>
            <a:r>
              <a:rPr lang="it-IT" sz="1600">
                <a:latin typeface="Courier New"/>
                <a:ea typeface="Courier New"/>
                <a:cs typeface="Courier New"/>
              </a:rPr>
              <a:t>qber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qber_rect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qber_diag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sift_rate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loss_rate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);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In IDS: 5 componenti principali (PCA) estratte dal dataset </a:t>
            </a:r>
            <a:r>
              <a:rPr lang="it-IT" sz="1600">
                <a:latin typeface="Courier New"/>
                <a:ea typeface="Courier New"/>
                <a:cs typeface="Courier New"/>
              </a:rPr>
              <a:t>NLS-KDD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1822223053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3316255" y="216720"/>
            <a:ext cx="5699954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8">
                <a:latin typeface="Libre Baskerville"/>
                <a:ea typeface="Libre Baskerville"/>
                <a:cs typeface="Libre Baskerville"/>
              </a:rPr>
              <a:t>Architettura proposta: QGAN ibrida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521944089" name="object 24"/>
          <p:cNvSpPr txBox="1"/>
          <p:nvPr/>
        </p:nvSpPr>
        <p:spPr bwMode="auto">
          <a:xfrm>
            <a:off x="224156" y="4836195"/>
            <a:ext cx="7085172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4828669" name="Immagin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83270" y="1088771"/>
            <a:ext cx="5621221" cy="3137425"/>
          </a:xfrm>
          <a:prstGeom prst="rect">
            <a:avLst/>
          </a:prstGeom>
        </p:spPr>
      </p:pic>
      <p:sp>
        <p:nvSpPr>
          <p:cNvPr id="1931807989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227512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1887745" y="405766"/>
            <a:ext cx="5320522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8">
                <a:latin typeface="Libre Baskerville"/>
                <a:ea typeface="Libre Baskerville"/>
                <a:cs typeface="Libre Baskerville"/>
              </a:rPr>
              <a:t>I 3 Quesiti di Ricerca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982793998" name="Rettangolo 3"/>
          <p:cNvSpPr txBox="1"/>
          <p:nvPr/>
        </p:nvSpPr>
        <p:spPr bwMode="auto">
          <a:xfrm rot="0" flipH="0" flipV="0">
            <a:off x="389451" y="1270540"/>
            <a:ext cx="8317110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O1 - Trasferibilità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È possibile trasferire la stessa architettura quantistica su due domini di sicurezza differenti?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452655075" name="Rettangolo 4"/>
          <p:cNvSpPr txBox="1"/>
          <p:nvPr/>
        </p:nvSpPr>
        <p:spPr bwMode="auto">
          <a:xfrm rot="0" flipH="0" flipV="0">
            <a:off x="389451" y="2253822"/>
            <a:ext cx="8504435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RQ2 – Generazione e Augmentation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IDS: generare attacchi sintetici migliora il riconoscimento di nuovi attacchi?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QKD: la QGAN riesce a stimare il canale per configurazioni fisiche mai misurate?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928047643" name="Rettangolo 5"/>
          <p:cNvSpPr txBox="1"/>
          <p:nvPr/>
        </p:nvSpPr>
        <p:spPr bwMode="auto">
          <a:xfrm rot="0" flipH="0" flipV="0">
            <a:off x="389451" y="3645020"/>
            <a:ext cx="866439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O3 – Attribuzione Causale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Possiamo risalire alla quota relativa delle 3 cause d’errore usando solo le 5 osservabili del canale?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813149016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83795713" name="object 2"/>
          <p:cNvGrpSpPr/>
          <p:nvPr/>
        </p:nvGrpSpPr>
        <p:grpSpPr bwMode="auto">
          <a:xfrm>
            <a:off x="-4761" y="60387"/>
            <a:ext cx="3462019" cy="1482089"/>
            <a:chOff x="-4761" y="60387"/>
            <a:chExt cx="3462019" cy="1482089"/>
          </a:xfrm>
        </p:grpSpPr>
        <p:sp>
          <p:nvSpPr>
            <p:cNvPr id="716786638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89141685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10183905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33320734" name="object 6"/>
            <p:cNvSpPr/>
            <p:nvPr/>
          </p:nvSpPr>
          <p:spPr bwMode="auto">
            <a:xfrm>
              <a:off x="576299" y="1037208"/>
              <a:ext cx="427989" cy="427354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37026910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35144929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07641829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65167577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64011811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56129334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950855127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99163678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10561122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2101895318" name="object 16"/>
          <p:cNvGrpSpPr/>
          <p:nvPr/>
        </p:nvGrpSpPr>
        <p:grpSpPr bwMode="auto">
          <a:xfrm>
            <a:off x="0" y="4733568"/>
            <a:ext cx="9144000" cy="410208"/>
            <a:chOff x="0" y="4733568"/>
            <a:chExt cx="9144000" cy="410208"/>
          </a:xfrm>
        </p:grpSpPr>
        <p:sp>
          <p:nvSpPr>
            <p:cNvPr id="2078032263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64430311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257061878" name="Rettangolo 31"/>
          <p:cNvSpPr txBox="1"/>
          <p:nvPr/>
        </p:nvSpPr>
        <p:spPr bwMode="auto">
          <a:xfrm rot="0" flipH="0" flipV="0">
            <a:off x="185627" y="2160176"/>
            <a:ext cx="9110302" cy="13347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Risultato rispetto a SMOTE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(con correzione dei momenti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μ, </m:t>
                      </m:r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</m:oMath>
                  </m:oMathPara>
                </a14:m>
              </mc:Choice>
              <mc:Fallback/>
            </mc:AlternateContent>
            <a:r>
              <a:rPr lang="it-IT" sz="1600">
                <a:latin typeface="Libre Baskerville"/>
                <a:ea typeface="Libre Baskerville"/>
                <a:cs typeface="Libre Baskerville"/>
              </a:rPr>
              <a:t>) batte SMOTE con uno scarto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it-IT" sz="1600" u="none" strike="noStrike" cap="none" spc="0">
                          <a:solidFill>
                            <a:srgbClr val="01ABA9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+0,1237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in PR-AUC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su attacchi mai visti (</a:t>
            </a:r>
            <a:r>
              <a:rPr lang="it-IT" sz="1600">
                <a:latin typeface="Courier New"/>
                <a:ea typeface="Courier New"/>
                <a:cs typeface="Courier New"/>
              </a:rPr>
              <a:t>KDDTest+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Domanda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C’è effettivamente un vantaggio quantistico?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176845009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471597" y="318513"/>
            <a:ext cx="6544612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IDS: Data Augmentation e Test-Out-of-Distribution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882467981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2988030" name="object 2"/>
          <p:cNvGrpSpPr/>
          <p:nvPr/>
        </p:nvGrpSpPr>
        <p:grpSpPr bwMode="auto">
          <a:xfrm>
            <a:off x="-4761" y="60387"/>
            <a:ext cx="3462019" cy="1482089"/>
            <a:chOff x="-4761" y="60387"/>
            <a:chExt cx="3462019" cy="1482089"/>
          </a:xfrm>
        </p:grpSpPr>
        <p:sp>
          <p:nvSpPr>
            <p:cNvPr id="1717835194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59224868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19455191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64047187" name="object 6"/>
            <p:cNvSpPr/>
            <p:nvPr/>
          </p:nvSpPr>
          <p:spPr bwMode="auto">
            <a:xfrm>
              <a:off x="576299" y="1037208"/>
              <a:ext cx="427989" cy="427354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08036759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18031288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350442886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84361623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52494480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47869220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1048039745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815191378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295293871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1171857771" name="object 16"/>
          <p:cNvGrpSpPr/>
          <p:nvPr/>
        </p:nvGrpSpPr>
        <p:grpSpPr bwMode="auto">
          <a:xfrm>
            <a:off x="0" y="4733568"/>
            <a:ext cx="9144000" cy="410208"/>
            <a:chOff x="0" y="4733568"/>
            <a:chExt cx="9144000" cy="410208"/>
          </a:xfrm>
        </p:grpSpPr>
        <p:sp>
          <p:nvSpPr>
            <p:cNvPr id="1808564159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990234172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854025981" name="Rettangolo 31"/>
          <p:cNvSpPr txBox="1"/>
          <p:nvPr/>
        </p:nvSpPr>
        <p:spPr bwMode="auto">
          <a:xfrm rot="0" flipH="0" flipV="0">
            <a:off x="217895" y="1696837"/>
            <a:ext cx="9004224" cy="23100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severo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Abbiamo testato la QGAN contro una semplice distribuzione Gaussiana classica a cui sono stati imposti gli stessi momenti di media e covarianza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μ, </m:t>
                      </m:r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Esito del confronto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Il divario tra QGAN e Gaussiana si riduce a soli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+0,0085</m:t>
                      </m:r>
                    </m:oMath>
                  </m:oMathPara>
                </a14:m>
              </mc:Choice>
              <mc:Fallback/>
            </mc:AlternateContent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Conclusione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Nessun vantaggio quantistico dimostrato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. Il miglioramento è dovuto alla calibrazione di media/covarianza e alla generazione di punti esterni all’inviluppo dei dati reali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1216202003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865113" y="318513"/>
            <a:ext cx="6545332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IDS: Controllo decisivo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2036249810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51603918" name="object 2"/>
          <p:cNvGrpSpPr/>
          <p:nvPr/>
        </p:nvGrpSpPr>
        <p:grpSpPr bwMode="auto">
          <a:xfrm>
            <a:off x="-4761" y="60387"/>
            <a:ext cx="3462019" cy="1482089"/>
            <a:chOff x="-4761" y="60387"/>
            <a:chExt cx="3462019" cy="1482089"/>
          </a:xfrm>
        </p:grpSpPr>
        <p:sp>
          <p:nvSpPr>
            <p:cNvPr id="1227869994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21928156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785797478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646691966" name="object 6"/>
            <p:cNvSpPr/>
            <p:nvPr/>
          </p:nvSpPr>
          <p:spPr bwMode="auto">
            <a:xfrm>
              <a:off x="576299" y="1037208"/>
              <a:ext cx="427989" cy="427354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77173156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81783721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485022831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77284178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707113020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526370545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2098805451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30731504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182697148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1709263184" name="object 16"/>
          <p:cNvGrpSpPr/>
          <p:nvPr/>
        </p:nvGrpSpPr>
        <p:grpSpPr bwMode="auto">
          <a:xfrm>
            <a:off x="0" y="4733568"/>
            <a:ext cx="9144000" cy="410208"/>
            <a:chOff x="0" y="4733568"/>
            <a:chExt cx="9144000" cy="410208"/>
          </a:xfrm>
        </p:grpSpPr>
        <p:sp>
          <p:nvSpPr>
            <p:cNvPr id="1662332704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64000037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273014484" name="Rettangolo 31"/>
          <p:cNvSpPr txBox="1"/>
          <p:nvPr/>
        </p:nvSpPr>
        <p:spPr bwMode="auto">
          <a:xfrm rot="0" flipH="0" flipV="0">
            <a:off x="258215" y="1951322"/>
            <a:ext cx="8799755" cy="2042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con baseline banali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condizionata impara la tendenza generale e supera la media globale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con dati reali adiacenti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perde contro la semplice interpolazione lineare di celle adiacenti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Dia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gnostica dell’errore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Il 99,1% dell’errore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della QGAN deriva dalla stima della media nello scenario escluso, mentre la forma della distribuzione viene appresa meglio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99893747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719693" y="245804"/>
            <a:ext cx="6548212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QKD: generazione di scenari non visti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930656270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0465629" name="object 2"/>
          <p:cNvGrpSpPr/>
          <p:nvPr/>
        </p:nvGrpSpPr>
        <p:grpSpPr bwMode="auto">
          <a:xfrm>
            <a:off x="-4761" y="60387"/>
            <a:ext cx="3462019" cy="1482089"/>
            <a:chOff x="-4761" y="60387"/>
            <a:chExt cx="3462019" cy="1482089"/>
          </a:xfrm>
        </p:grpSpPr>
        <p:sp>
          <p:nvSpPr>
            <p:cNvPr id="1388128856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8367330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72857820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82428404" name="object 6"/>
            <p:cNvSpPr/>
            <p:nvPr/>
          </p:nvSpPr>
          <p:spPr bwMode="auto">
            <a:xfrm>
              <a:off x="576299" y="1037208"/>
              <a:ext cx="427989" cy="427354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68600162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36930433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354128299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774157428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92379363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969045891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413831728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40321443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085468943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1869790375" name="object 16"/>
          <p:cNvGrpSpPr/>
          <p:nvPr/>
        </p:nvGrpSpPr>
        <p:grpSpPr bwMode="auto">
          <a:xfrm>
            <a:off x="0" y="4733568"/>
            <a:ext cx="9144000" cy="410208"/>
            <a:chOff x="0" y="4733568"/>
            <a:chExt cx="9144000" cy="410208"/>
          </a:xfrm>
        </p:grpSpPr>
        <p:sp>
          <p:nvSpPr>
            <p:cNvPr id="727287127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93022363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481783841" name="Rettangolo 31"/>
          <p:cNvSpPr txBox="1"/>
          <p:nvPr/>
        </p:nvSpPr>
        <p:spPr bwMode="auto">
          <a:xfrm rot="0" flipH="0" flipV="0">
            <a:off x="258215" y="1784089"/>
            <a:ext cx="8526606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Identità controfattuale in simulazione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Sfruttando NetSquid e i </a:t>
            </a:r>
            <a:r>
              <a:rPr lang="it-IT" sz="1600" i="1">
                <a:latin typeface="Libre Baskerville"/>
                <a:ea typeface="Libre Baskerville"/>
                <a:cs typeface="Libre Baskerville"/>
              </a:rPr>
              <a:t>Common Random Numbers 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(CRN), abbiamo isolato le 3 cause, dimostrando la composizione XOR esatta:</a:t>
            </a:r>
            <a:endParaRPr sz="1600" i="0">
              <a:latin typeface="Libre Baskerville"/>
              <a:cs typeface="Libre Baskerville"/>
            </a:endParaRPr>
          </a:p>
          <a:p>
            <a:pPr marL="683928" lvl="1" indent="-283878" algn="ctr">
              <a:buFont typeface="Arial"/>
              <a:buChar char="•"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oss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eve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sz="16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⊕</m:t>
                      </m:r>
                    </m:oMath>
                  </m:oMathPara>
                </a14:m>
              </mc:Choice>
              <mc:Fallback/>
            </mc:AlternateContent>
            <a:r>
              <a:rPr lang="it-IT" sz="1600" i="0">
                <a:latin typeface="Libre Baskerville"/>
                <a:ea typeface="Libre Baskerville"/>
                <a:cs typeface="Libre Baskerville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can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sz="16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⊕</m:t>
                      </m:r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riv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 i="0">
              <a:latin typeface="Libre Baskerville"/>
              <a:cs typeface="Libre Baskerville"/>
            </a:endParaRPr>
          </a:p>
        </p:txBody>
      </p:sp>
      <p:sp>
        <p:nvSpPr>
          <p:cNvPr id="858654089" name="Rettangolo 21"/>
          <p:cNvSpPr txBox="1"/>
          <p:nvPr/>
        </p:nvSpPr>
        <p:spPr bwMode="auto">
          <a:xfrm rot="0" flipH="0" flipV="0">
            <a:off x="258215" y="3069280"/>
            <a:ext cx="8609802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Attributore classico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 algn="l">
              <a:buFont typeface="Arial"/>
              <a:buChar char="•"/>
              <a:defRPr/>
            </a:pPr>
            <a:r>
              <a:rPr lang="it-IT" sz="1600" i="0">
                <a:latin typeface="Libre Baskerville"/>
                <a:ea typeface="Libre Baskerville"/>
                <a:cs typeface="Libre Baskerville"/>
              </a:rPr>
              <a:t>Un regresso </a:t>
            </a:r>
            <a:r>
              <a:rPr lang="it-IT" sz="1600" i="1">
                <a:latin typeface="Libre Baskerville"/>
                <a:ea typeface="Libre Baskerville"/>
                <a:cs typeface="Libre Baskerville"/>
              </a:rPr>
              <a:t>Random Forest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 predice la quota delle 3 cause dalle sole 5 osservabili fisiche.</a:t>
            </a:r>
            <a:endParaRPr sz="1600" i="0">
              <a:latin typeface="Libre Baskerville"/>
              <a:cs typeface="Libre Baskerville"/>
            </a:endParaRPr>
          </a:p>
          <a:p>
            <a:pPr marL="683928" lvl="1" indent="-283878" algn="l">
              <a:buFont typeface="Arial"/>
              <a:buChar char="•"/>
              <a:defRPr/>
            </a:pPr>
            <a:r>
              <a:rPr lang="it-IT" sz="1600" b="1" i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Risultato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: raggiunge uno skill di 0,564 su dati noti e 0,403 su semi mai visti</a:t>
            </a:r>
            <a:endParaRPr sz="1600" i="0">
              <a:latin typeface="Libre Baskerville"/>
              <a:cs typeface="Libre Baskerville"/>
            </a:endParaRPr>
          </a:p>
        </p:txBody>
      </p:sp>
      <p:sp>
        <p:nvSpPr>
          <p:cNvPr id="872685756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467278" y="245803"/>
            <a:ext cx="6548931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Modulo O3: Attribuzione Causale del QBER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468154950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46751" name="Rettangolo 3"/>
          <p:cNvSpPr txBox="1"/>
          <p:nvPr/>
        </p:nvSpPr>
        <p:spPr bwMode="auto">
          <a:xfrm rot="0" flipH="0" flipV="0">
            <a:off x="293207" y="1273115"/>
            <a:ext cx="855705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Portabilità dell’architettura (O1)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L’architettura è portabile, ma ogni dominio richiede calibrazioni specifiche;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666666162" name="Rettangolo 4"/>
          <p:cNvSpPr txBox="1"/>
          <p:nvPr/>
        </p:nvSpPr>
        <p:spPr bwMode="auto">
          <a:xfrm rot="0" flipH="0" flipV="0">
            <a:off x="254147" y="2362887"/>
            <a:ext cx="859647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Vantaggio quantistico (RQ2)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Non riscontrato in nessuno dei due domini rispetto a baseline classiche appropriate (Gaussiana calibrata per IDS, Interpolazione per QKD)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315880241" name="Rettangolo 5"/>
          <p:cNvSpPr txBox="1"/>
          <p:nvPr/>
        </p:nvSpPr>
        <p:spPr bwMode="auto">
          <a:xfrm rot="0" flipH="0" flipV="0">
            <a:off x="255227" y="3487036"/>
            <a:ext cx="872858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Valutazione scientifica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Fedeltà alla distribuzione e utilità per il compito finale sono concetti distinti. È fondamentale applicare controlli classici rigorosi;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759450444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312919" y="273105"/>
            <a:ext cx="3519880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Conclusioni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33441529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6075904" name="object 11"/>
          <p:cNvPicPr/>
          <p:nvPr/>
        </p:nvPicPr>
        <p:blipFill rotWithShape="1">
          <a:blip r:embed="rId3"/>
          <a:stretch/>
        </p:blipFill>
        <p:spPr bwMode="auto">
          <a:xfrm>
            <a:off x="5825616" y="-4762"/>
            <a:ext cx="3323145" cy="1696402"/>
          </a:xfrm>
          <a:prstGeom prst="rect">
            <a:avLst/>
          </a:prstGeom>
        </p:spPr>
      </p:pic>
      <p:grpSp>
        <p:nvGrpSpPr>
          <p:cNvPr id="947560211" name="object 2"/>
          <p:cNvGrpSpPr/>
          <p:nvPr/>
        </p:nvGrpSpPr>
        <p:grpSpPr bwMode="auto">
          <a:xfrm>
            <a:off x="-4762" y="4007806"/>
            <a:ext cx="4170045" cy="949960"/>
            <a:chOff x="-4762" y="4007806"/>
            <a:chExt cx="4170045" cy="949960"/>
          </a:xfrm>
        </p:grpSpPr>
        <p:sp>
          <p:nvSpPr>
            <p:cNvPr id="3" name="object 3"/>
            <p:cNvSpPr/>
            <p:nvPr/>
          </p:nvSpPr>
          <p:spPr bwMode="auto">
            <a:xfrm>
              <a:off x="0" y="4012569"/>
              <a:ext cx="4036060" cy="813435"/>
            </a:xfrm>
            <a:custGeom>
              <a:avLst/>
              <a:gdLst/>
              <a:ahLst/>
              <a:cxnLst/>
              <a:rect l="l" t="t" r="r" b="b"/>
              <a:pathLst>
                <a:path w="4036060" h="813435" fill="norm" stroke="1" extrusionOk="0">
                  <a:moveTo>
                    <a:pt x="2902839" y="507132"/>
                  </a:moveTo>
                  <a:lnTo>
                    <a:pt x="4035933" y="813431"/>
                  </a:lnTo>
                </a:path>
                <a:path w="4036060" h="813435" fill="norm" stroke="1" extrusionOk="0">
                  <a:moveTo>
                    <a:pt x="1560576" y="801683"/>
                  </a:moveTo>
                  <a:lnTo>
                    <a:pt x="2902839" y="486380"/>
                  </a:lnTo>
                </a:path>
                <a:path w="4036060" h="813435" fill="norm" stroke="1" extrusionOk="0">
                  <a:moveTo>
                    <a:pt x="258076" y="402052"/>
                  </a:moveTo>
                  <a:lnTo>
                    <a:pt x="1590040" y="794152"/>
                  </a:lnTo>
                </a:path>
                <a:path w="4036060" h="813435" fill="norm" stroke="1" extrusionOk="0">
                  <a:moveTo>
                    <a:pt x="0" y="0"/>
                  </a:moveTo>
                  <a:lnTo>
                    <a:pt x="265557" y="394712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" name="object 4"/>
            <p:cNvSpPr/>
            <p:nvPr/>
          </p:nvSpPr>
          <p:spPr bwMode="auto">
            <a:xfrm>
              <a:off x="2750566" y="4352112"/>
              <a:ext cx="282575" cy="282575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3"/>
                  </a:lnTo>
                  <a:lnTo>
                    <a:pt x="57799" y="27160"/>
                  </a:lnTo>
                  <a:lnTo>
                    <a:pt x="27204" y="57656"/>
                  </a:lnTo>
                  <a:lnTo>
                    <a:pt x="7180" y="96360"/>
                  </a:lnTo>
                  <a:lnTo>
                    <a:pt x="0" y="140970"/>
                  </a:lnTo>
                  <a:lnTo>
                    <a:pt x="7180" y="185864"/>
                  </a:lnTo>
                  <a:lnTo>
                    <a:pt x="27204" y="224741"/>
                  </a:lnTo>
                  <a:lnTo>
                    <a:pt x="57799" y="255326"/>
                  </a:lnTo>
                  <a:lnTo>
                    <a:pt x="96690" y="275345"/>
                  </a:lnTo>
                  <a:lnTo>
                    <a:pt x="141604" y="282524"/>
                  </a:lnTo>
                  <a:lnTo>
                    <a:pt x="186209" y="275345"/>
                  </a:lnTo>
                  <a:lnTo>
                    <a:pt x="224912" y="255326"/>
                  </a:lnTo>
                  <a:lnTo>
                    <a:pt x="255411" y="224741"/>
                  </a:lnTo>
                  <a:lnTo>
                    <a:pt x="275400" y="185864"/>
                  </a:lnTo>
                  <a:lnTo>
                    <a:pt x="282575" y="140970"/>
                  </a:lnTo>
                  <a:lnTo>
                    <a:pt x="275400" y="96360"/>
                  </a:lnTo>
                  <a:lnTo>
                    <a:pt x="255411" y="57656"/>
                  </a:lnTo>
                  <a:lnTo>
                    <a:pt x="224912" y="27160"/>
                  </a:lnTo>
                  <a:lnTo>
                    <a:pt x="186209" y="7173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" name="object 5"/>
            <p:cNvSpPr/>
            <p:nvPr/>
          </p:nvSpPr>
          <p:spPr bwMode="auto">
            <a:xfrm>
              <a:off x="2746120" y="4347083"/>
              <a:ext cx="292100" cy="292735"/>
            </a:xfrm>
            <a:custGeom>
              <a:avLst/>
              <a:gdLst/>
              <a:ahLst/>
              <a:cxnLst/>
              <a:rect l="l" t="t" r="r" b="b"/>
              <a:pathLst>
                <a:path w="292100" h="292735" fill="norm" stroke="1" extrusionOk="0">
                  <a:moveTo>
                    <a:pt x="146050" y="0"/>
                  </a:moveTo>
                  <a:lnTo>
                    <a:pt x="99795" y="7481"/>
                  </a:lnTo>
                  <a:lnTo>
                    <a:pt x="59692" y="28283"/>
                  </a:lnTo>
                  <a:lnTo>
                    <a:pt x="28110" y="59944"/>
                  </a:lnTo>
                  <a:lnTo>
                    <a:pt x="7422" y="100003"/>
                  </a:lnTo>
                  <a:lnTo>
                    <a:pt x="0" y="145999"/>
                  </a:lnTo>
                  <a:lnTo>
                    <a:pt x="7422" y="192274"/>
                  </a:lnTo>
                  <a:lnTo>
                    <a:pt x="28110" y="232506"/>
                  </a:lnTo>
                  <a:lnTo>
                    <a:pt x="59692" y="264258"/>
                  </a:lnTo>
                  <a:lnTo>
                    <a:pt x="99795" y="285095"/>
                  </a:lnTo>
                  <a:lnTo>
                    <a:pt x="146050" y="292582"/>
                  </a:lnTo>
                  <a:lnTo>
                    <a:pt x="192047" y="285095"/>
                  </a:lnTo>
                  <a:lnTo>
                    <a:pt x="195866" y="283108"/>
                  </a:lnTo>
                  <a:lnTo>
                    <a:pt x="146050" y="283108"/>
                  </a:lnTo>
                  <a:lnTo>
                    <a:pt x="118405" y="280282"/>
                  </a:lnTo>
                  <a:lnTo>
                    <a:pt x="69451" y="259582"/>
                  </a:lnTo>
                  <a:lnTo>
                    <a:pt x="32410" y="222808"/>
                  </a:lnTo>
                  <a:lnTo>
                    <a:pt x="11713" y="173696"/>
                  </a:lnTo>
                  <a:lnTo>
                    <a:pt x="8890" y="145999"/>
                  </a:lnTo>
                  <a:lnTo>
                    <a:pt x="11713" y="118639"/>
                  </a:lnTo>
                  <a:lnTo>
                    <a:pt x="32410" y="69764"/>
                  </a:lnTo>
                  <a:lnTo>
                    <a:pt x="69451" y="32753"/>
                  </a:lnTo>
                  <a:lnTo>
                    <a:pt x="118405" y="12217"/>
                  </a:lnTo>
                  <a:lnTo>
                    <a:pt x="146050" y="9474"/>
                  </a:lnTo>
                  <a:lnTo>
                    <a:pt x="195884" y="9474"/>
                  </a:lnTo>
                  <a:lnTo>
                    <a:pt x="192047" y="7481"/>
                  </a:lnTo>
                  <a:lnTo>
                    <a:pt x="146050" y="0"/>
                  </a:lnTo>
                  <a:close/>
                </a:path>
                <a:path w="292100" h="292735" fill="norm" stroke="1" extrusionOk="0">
                  <a:moveTo>
                    <a:pt x="195884" y="9474"/>
                  </a:moveTo>
                  <a:lnTo>
                    <a:pt x="146050" y="9474"/>
                  </a:lnTo>
                  <a:lnTo>
                    <a:pt x="173416" y="12217"/>
                  </a:lnTo>
                  <a:lnTo>
                    <a:pt x="199056" y="20134"/>
                  </a:lnTo>
                  <a:lnTo>
                    <a:pt x="242443" y="49606"/>
                  </a:lnTo>
                  <a:lnTo>
                    <a:pt x="271891" y="93002"/>
                  </a:lnTo>
                  <a:lnTo>
                    <a:pt x="282575" y="145999"/>
                  </a:lnTo>
                  <a:lnTo>
                    <a:pt x="279822" y="173696"/>
                  </a:lnTo>
                  <a:lnTo>
                    <a:pt x="259268" y="222808"/>
                  </a:lnTo>
                  <a:lnTo>
                    <a:pt x="222291" y="259582"/>
                  </a:lnTo>
                  <a:lnTo>
                    <a:pt x="173416" y="280282"/>
                  </a:lnTo>
                  <a:lnTo>
                    <a:pt x="146050" y="283108"/>
                  </a:lnTo>
                  <a:lnTo>
                    <a:pt x="195866" y="283108"/>
                  </a:lnTo>
                  <a:lnTo>
                    <a:pt x="232088" y="264258"/>
                  </a:lnTo>
                  <a:lnTo>
                    <a:pt x="263724" y="232506"/>
                  </a:lnTo>
                  <a:lnTo>
                    <a:pt x="284502" y="192274"/>
                  </a:lnTo>
                  <a:lnTo>
                    <a:pt x="291973" y="145999"/>
                  </a:lnTo>
                  <a:lnTo>
                    <a:pt x="284502" y="100003"/>
                  </a:lnTo>
                  <a:lnTo>
                    <a:pt x="263724" y="59944"/>
                  </a:lnTo>
                  <a:lnTo>
                    <a:pt x="232088" y="28283"/>
                  </a:lnTo>
                  <a:lnTo>
                    <a:pt x="195884" y="9474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" name="object 6"/>
            <p:cNvPicPr/>
            <p:nvPr/>
          </p:nvPicPr>
          <p:blipFill rotWithShape="1">
            <a:blip r:embed="rId4"/>
            <a:stretch/>
          </p:blipFill>
          <p:spPr bwMode="auto">
            <a:xfrm>
              <a:off x="2807970" y="4409516"/>
              <a:ext cx="167767" cy="16771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 rotWithShape="1">
            <a:blip r:embed="rId5"/>
            <a:stretch/>
          </p:blipFill>
          <p:spPr bwMode="auto">
            <a:xfrm>
              <a:off x="169837" y="4321670"/>
              <a:ext cx="174993" cy="17498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 bwMode="auto">
            <a:xfrm>
              <a:off x="3874008" y="4666703"/>
              <a:ext cx="288924" cy="288924"/>
            </a:xfrm>
            <a:custGeom>
              <a:avLst/>
              <a:gdLst/>
              <a:ahLst/>
              <a:cxnLst/>
              <a:rect l="l" t="t" r="r" b="b"/>
              <a:pathLst>
                <a:path w="288925" h="288925" fill="norm" stroke="1" extrusionOk="0">
                  <a:moveTo>
                    <a:pt x="144271" y="0"/>
                  </a:moveTo>
                  <a:lnTo>
                    <a:pt x="98641" y="7351"/>
                  </a:lnTo>
                  <a:lnTo>
                    <a:pt x="59033" y="27816"/>
                  </a:lnTo>
                  <a:lnTo>
                    <a:pt x="27814" y="59008"/>
                  </a:lnTo>
                  <a:lnTo>
                    <a:pt x="7347" y="98542"/>
                  </a:lnTo>
                  <a:lnTo>
                    <a:pt x="0" y="144030"/>
                  </a:lnTo>
                  <a:lnTo>
                    <a:pt x="7347" y="189654"/>
                  </a:lnTo>
                  <a:lnTo>
                    <a:pt x="27814" y="229267"/>
                  </a:lnTo>
                  <a:lnTo>
                    <a:pt x="59033" y="260497"/>
                  </a:lnTo>
                  <a:lnTo>
                    <a:pt x="98641" y="280975"/>
                  </a:lnTo>
                  <a:lnTo>
                    <a:pt x="144271" y="288328"/>
                  </a:lnTo>
                  <a:lnTo>
                    <a:pt x="189902" y="280975"/>
                  </a:lnTo>
                  <a:lnTo>
                    <a:pt x="229510" y="260497"/>
                  </a:lnTo>
                  <a:lnTo>
                    <a:pt x="260729" y="229267"/>
                  </a:lnTo>
                  <a:lnTo>
                    <a:pt x="281196" y="189654"/>
                  </a:lnTo>
                  <a:lnTo>
                    <a:pt x="288543" y="144030"/>
                  </a:lnTo>
                  <a:lnTo>
                    <a:pt x="281196" y="98542"/>
                  </a:lnTo>
                  <a:lnTo>
                    <a:pt x="260729" y="59008"/>
                  </a:lnTo>
                  <a:lnTo>
                    <a:pt x="229510" y="27816"/>
                  </a:lnTo>
                  <a:lnTo>
                    <a:pt x="189902" y="7351"/>
                  </a:lnTo>
                  <a:lnTo>
                    <a:pt x="144271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" name="object 9"/>
            <p:cNvSpPr/>
            <p:nvPr/>
          </p:nvSpPr>
          <p:spPr bwMode="auto">
            <a:xfrm>
              <a:off x="3871721" y="4664189"/>
              <a:ext cx="293370" cy="293370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146557" y="0"/>
                  </a:moveTo>
                  <a:lnTo>
                    <a:pt x="100250" y="7479"/>
                  </a:lnTo>
                  <a:lnTo>
                    <a:pt x="60021" y="28299"/>
                  </a:lnTo>
                  <a:lnTo>
                    <a:pt x="28289" y="60034"/>
                  </a:lnTo>
                  <a:lnTo>
                    <a:pt x="7475" y="100258"/>
                  </a:lnTo>
                  <a:lnTo>
                    <a:pt x="0" y="146545"/>
                  </a:lnTo>
                  <a:lnTo>
                    <a:pt x="7475" y="192968"/>
                  </a:lnTo>
                  <a:lnTo>
                    <a:pt x="28289" y="233274"/>
                  </a:lnTo>
                  <a:lnTo>
                    <a:pt x="60021" y="265052"/>
                  </a:lnTo>
                  <a:lnTo>
                    <a:pt x="100250" y="285888"/>
                  </a:lnTo>
                  <a:lnTo>
                    <a:pt x="146557" y="293369"/>
                  </a:lnTo>
                  <a:lnTo>
                    <a:pt x="176114" y="288594"/>
                  </a:lnTo>
                  <a:lnTo>
                    <a:pt x="146557" y="288594"/>
                  </a:lnTo>
                  <a:lnTo>
                    <a:pt x="117881" y="285695"/>
                  </a:lnTo>
                  <a:lnTo>
                    <a:pt x="67244" y="264318"/>
                  </a:lnTo>
                  <a:lnTo>
                    <a:pt x="28936" y="225978"/>
                  </a:lnTo>
                  <a:lnTo>
                    <a:pt x="7671" y="175199"/>
                  </a:lnTo>
                  <a:lnTo>
                    <a:pt x="4825" y="146545"/>
                  </a:lnTo>
                  <a:lnTo>
                    <a:pt x="7671" y="118013"/>
                  </a:lnTo>
                  <a:lnTo>
                    <a:pt x="28936" y="67269"/>
                  </a:lnTo>
                  <a:lnTo>
                    <a:pt x="67244" y="28928"/>
                  </a:lnTo>
                  <a:lnTo>
                    <a:pt x="117881" y="7633"/>
                  </a:lnTo>
                  <a:lnTo>
                    <a:pt x="146557" y="4775"/>
                  </a:lnTo>
                  <a:lnTo>
                    <a:pt x="176123" y="4775"/>
                  </a:lnTo>
                  <a:lnTo>
                    <a:pt x="146557" y="0"/>
                  </a:lnTo>
                  <a:close/>
                </a:path>
                <a:path w="293370" h="293370" fill="norm" stroke="1" extrusionOk="0">
                  <a:moveTo>
                    <a:pt x="176123" y="4775"/>
                  </a:moveTo>
                  <a:lnTo>
                    <a:pt x="146557" y="4775"/>
                  </a:lnTo>
                  <a:lnTo>
                    <a:pt x="175184" y="7633"/>
                  </a:lnTo>
                  <a:lnTo>
                    <a:pt x="201834" y="15859"/>
                  </a:lnTo>
                  <a:lnTo>
                    <a:pt x="247014" y="46316"/>
                  </a:lnTo>
                  <a:lnTo>
                    <a:pt x="277399" y="91378"/>
                  </a:lnTo>
                  <a:lnTo>
                    <a:pt x="288543" y="146545"/>
                  </a:lnTo>
                  <a:lnTo>
                    <a:pt x="285662" y="175199"/>
                  </a:lnTo>
                  <a:lnTo>
                    <a:pt x="264326" y="225978"/>
                  </a:lnTo>
                  <a:lnTo>
                    <a:pt x="225960" y="264318"/>
                  </a:lnTo>
                  <a:lnTo>
                    <a:pt x="175184" y="285695"/>
                  </a:lnTo>
                  <a:lnTo>
                    <a:pt x="146557" y="288594"/>
                  </a:lnTo>
                  <a:lnTo>
                    <a:pt x="176114" y="288594"/>
                  </a:lnTo>
                  <a:lnTo>
                    <a:pt x="233094" y="265052"/>
                  </a:lnTo>
                  <a:lnTo>
                    <a:pt x="264826" y="233274"/>
                  </a:lnTo>
                  <a:lnTo>
                    <a:pt x="285640" y="192968"/>
                  </a:lnTo>
                  <a:lnTo>
                    <a:pt x="293115" y="146545"/>
                  </a:lnTo>
                  <a:lnTo>
                    <a:pt x="285640" y="100258"/>
                  </a:lnTo>
                  <a:lnTo>
                    <a:pt x="264826" y="60034"/>
                  </a:lnTo>
                  <a:lnTo>
                    <a:pt x="233094" y="28299"/>
                  </a:lnTo>
                  <a:lnTo>
                    <a:pt x="192865" y="7479"/>
                  </a:lnTo>
                  <a:lnTo>
                    <a:pt x="176123" y="477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0" name="object 10"/>
            <p:cNvPicPr/>
            <p:nvPr/>
          </p:nvPicPr>
          <p:blipFill rotWithShape="1">
            <a:blip r:embed="rId6"/>
            <a:stretch/>
          </p:blipFill>
          <p:spPr bwMode="auto">
            <a:xfrm>
              <a:off x="3908171" y="4700676"/>
              <a:ext cx="220090" cy="220382"/>
            </a:xfrm>
            <a:prstGeom prst="rect">
              <a:avLst/>
            </a:prstGeom>
          </p:spPr>
        </p:pic>
      </p:grpSp>
      <p:grpSp>
        <p:nvGrpSpPr>
          <p:cNvPr id="742635122" name="object 13"/>
          <p:cNvGrpSpPr/>
          <p:nvPr/>
        </p:nvGrpSpPr>
        <p:grpSpPr bwMode="auto">
          <a:xfrm>
            <a:off x="6204123" y="4476381"/>
            <a:ext cx="1478915" cy="569595"/>
            <a:chOff x="6204123" y="4476381"/>
            <a:chExt cx="1478915" cy="569595"/>
          </a:xfrm>
        </p:grpSpPr>
        <p:pic>
          <p:nvPicPr>
            <p:cNvPr id="14" name="object 14"/>
            <p:cNvPicPr/>
            <p:nvPr/>
          </p:nvPicPr>
          <p:blipFill rotWithShape="1">
            <a:blip r:embed="rId7"/>
            <a:stretch/>
          </p:blipFill>
          <p:spPr bwMode="auto">
            <a:xfrm>
              <a:off x="6204123" y="4476381"/>
              <a:ext cx="566450" cy="56935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 rotWithShape="1">
            <a:blip r:embed="rId8"/>
            <a:stretch/>
          </p:blipFill>
          <p:spPr bwMode="auto">
            <a:xfrm>
              <a:off x="6764908" y="4514136"/>
              <a:ext cx="917575" cy="516140"/>
            </a:xfrm>
            <a:prstGeom prst="rect">
              <a:avLst/>
            </a:prstGeom>
          </p:spPr>
        </p:pic>
      </p:grpSp>
      <p:pic>
        <p:nvPicPr>
          <p:cNvPr id="1667943203" name="object 12"/>
          <p:cNvPicPr/>
          <p:nvPr/>
        </p:nvPicPr>
        <p:blipFill rotWithShape="1">
          <a:blip r:embed="rId9"/>
          <a:stretch/>
        </p:blipFill>
        <p:spPr bwMode="auto">
          <a:xfrm>
            <a:off x="7846821" y="4478744"/>
            <a:ext cx="836587" cy="311797"/>
          </a:xfrm>
          <a:prstGeom prst="rect">
            <a:avLst/>
          </a:prstGeom>
        </p:spPr>
      </p:pic>
      <p:sp>
        <p:nvSpPr>
          <p:cNvPr id="1739982664" name="object 16"/>
          <p:cNvSpPr txBox="1"/>
          <p:nvPr/>
        </p:nvSpPr>
        <p:spPr bwMode="auto">
          <a:xfrm>
            <a:off x="7615173" y="4812588"/>
            <a:ext cx="126936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17804">
              <a:lnSpc>
                <a:spcPct val="100000"/>
              </a:lnSpc>
              <a:spcBef>
                <a:spcPts val="95"/>
              </a:spcBef>
              <a:defRPr/>
            </a:pPr>
            <a:r>
              <a:rPr sz="700" spc="-95">
                <a:solidFill>
                  <a:srgbClr val="484848"/>
                </a:solidFill>
                <a:latin typeface="Century Gothic"/>
                <a:cs typeface="Century Gothic"/>
              </a:rPr>
              <a:t>Hardware</a:t>
            </a:r>
            <a:r>
              <a:rPr sz="700" spc="-1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60">
                <a:solidFill>
                  <a:srgbClr val="484848"/>
                </a:solidFill>
                <a:latin typeface="Century Gothic"/>
                <a:cs typeface="Century Gothic"/>
              </a:rPr>
              <a:t>Assisted</a:t>
            </a:r>
            <a:r>
              <a:rPr sz="7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25">
                <a:solidFill>
                  <a:srgbClr val="484848"/>
                </a:solidFill>
                <a:latin typeface="Century Gothic"/>
                <a:cs typeface="Century Gothic"/>
              </a:rPr>
              <a:t>and</a:t>
            </a:r>
            <a:r>
              <a:rPr sz="700" spc="5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85">
                <a:solidFill>
                  <a:srgbClr val="484848"/>
                </a:solidFill>
                <a:latin typeface="Century Gothic"/>
                <a:cs typeface="Century Gothic"/>
              </a:rPr>
              <a:t>Blockchain</a:t>
            </a:r>
            <a:r>
              <a:rPr sz="700" spc="-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120">
                <a:solidFill>
                  <a:srgbClr val="484848"/>
                </a:solidFill>
                <a:latin typeface="Century Gothic"/>
                <a:cs typeface="Century Gothic"/>
              </a:rPr>
              <a:t>Empowered</a:t>
            </a:r>
            <a:r>
              <a:rPr sz="700" spc="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55">
                <a:solidFill>
                  <a:srgbClr val="484848"/>
                </a:solidFill>
                <a:latin typeface="Century Gothic"/>
                <a:cs typeface="Century Gothic"/>
              </a:rPr>
              <a:t>Security</a:t>
            </a:r>
            <a:r>
              <a:rPr sz="700" spc="2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110">
                <a:solidFill>
                  <a:srgbClr val="484848"/>
                </a:solidFill>
                <a:latin typeface="Century Gothic"/>
                <a:cs typeface="Century Gothic"/>
              </a:rPr>
              <a:t>Lab</a:t>
            </a:r>
            <a:endParaRPr sz="700">
              <a:latin typeface="Century Gothic"/>
              <a:cs typeface="Century Gothic"/>
            </a:endParaRPr>
          </a:p>
        </p:txBody>
      </p:sp>
      <p:sp>
        <p:nvSpPr>
          <p:cNvPr id="376563204" name="Rettangolo 16"/>
          <p:cNvSpPr txBox="1"/>
          <p:nvPr/>
        </p:nvSpPr>
        <p:spPr bwMode="auto">
          <a:xfrm rot="0" flipH="0" flipV="0">
            <a:off x="498316" y="2215743"/>
            <a:ext cx="4128807" cy="4880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2600">
                <a:latin typeface="Libre Baskerville"/>
                <a:ea typeface="Libre Baskerville"/>
                <a:cs typeface="Libre Baskerville"/>
              </a:rPr>
              <a:t>Grazie per l’attenzione!</a:t>
            </a:r>
            <a:endParaRPr sz="26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ONLYOFFICE/10.0.0.169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Aurilio</dc:creator>
  <cp:lastModifiedBy/>
  <cp:revision>3</cp:revision>
  <dcterms:created xsi:type="dcterms:W3CDTF">2026-10-28T15:48:24Z</dcterms:created>
  <dcterms:modified xsi:type="dcterms:W3CDTF">2026-10-29T10:43:42Z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2025-06-20T00:00:00Z</vt:filetime>
  </property>
  <property fmtid="{D5CDD505-2E9C-101B-9397-08002B2CF9AE}" pid="4" name="Creator">
    <vt:lpwstr>Microsoft® PowerPoint® per Microsoft 365</vt:lpwstr>
  </property>
  <property fmtid="{D5CDD505-2E9C-101B-9397-08002B2CF9AE}" pid="5" name="LastSaved">
    <vt:filetime>2026-10-28T00:00:00Z</vt:filetime>
  </property>
  <property fmtid="{D5CDD505-2E9C-101B-9397-08002B2CF9AE}" pid="6" name="Producer">
    <vt:lpwstr>Microsoft® PowerPoint® per Microsoft 365</vt:lpwstr>
  </property>
</Properties>
</file>